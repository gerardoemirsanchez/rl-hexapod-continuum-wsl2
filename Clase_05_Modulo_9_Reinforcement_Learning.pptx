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  <p:sldMasterId id="2147483650" r:id="rId2"/>
    <p:sldMasterId id="2147483662" r:id="rId3"/>
  </p:sldMasterIdLst>
  <p:notesMasterIdLst>
    <p:notesMasterId r:id="rId11"/>
  </p:notesMasterIdLst>
  <p:sldIdLst>
    <p:sldId id="256" r:id="rId4"/>
    <p:sldId id="258" r:id="rId5"/>
    <p:sldId id="259" r:id="rId6"/>
    <p:sldId id="260" r:id="rId7"/>
    <p:sldId id="261" r:id="rId8"/>
    <p:sldId id="262" r:id="rId9"/>
    <p:sldId id="263" r:id="rId10"/>
  </p:sldIdLst>
  <p:sldSz cx="12192000" cy="6858000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FDFDE"/>
    <a:srgbClr val="F3F3F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27D90D5-0903-49AA-9740-2E8CDB7DD822}" v="8" dt="2026-09-30T23:48:38.90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428" autoAdjust="0"/>
    <p:restoredTop sz="86215" autoAdjust="0"/>
  </p:normalViewPr>
  <p:slideViewPr>
    <p:cSldViewPr snapToGrid="0" snapToObjects="1" showGuides="1">
      <p:cViewPr varScale="1">
        <p:scale>
          <a:sx n="82" d="100"/>
          <a:sy n="82" d="100"/>
        </p:scale>
        <p:origin x="470" y="67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viewProps" Target="viewProps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4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Master" Target="slideMasters/slideMaster2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2.xml"/><Relationship Id="rId15" Type="http://schemas.openxmlformats.org/officeDocument/2006/relationships/tableStyles" Target="tableStyles.xml"/><Relationship Id="rId10" Type="http://schemas.openxmlformats.org/officeDocument/2006/relationships/slide" Target="slides/slide7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erardo Emir Sánchez Valdés" userId="977e6e96-89bc-4638-b34f-835c94de275c" providerId="ADAL" clId="{45173707-3CED-451D-820A-137ED202BF6E}"/>
    <pc:docChg chg="undo custSel addSld delSld modSld sldOrd">
      <pc:chgData name="Gerardo Emir Sánchez Valdés" userId="977e6e96-89bc-4638-b34f-835c94de275c" providerId="ADAL" clId="{45173707-3CED-451D-820A-137ED202BF6E}" dt="2026-10-01T00:17:08.569" v="7165" actId="1076"/>
      <pc:docMkLst>
        <pc:docMk/>
      </pc:docMkLst>
      <pc:sldChg chg="addSp delSp modSp mod modNotesTx">
        <pc:chgData name="Gerardo Emir Sánchez Valdés" userId="977e6e96-89bc-4638-b34f-835c94de275c" providerId="ADAL" clId="{45173707-3CED-451D-820A-137ED202BF6E}" dt="2026-09-24T23:54:26.610" v="6496" actId="20577"/>
        <pc:sldMkLst>
          <pc:docMk/>
          <pc:sldMk cId="1785264773" sldId="256"/>
        </pc:sldMkLst>
        <pc:spChg chg="mod">
          <ac:chgData name="Gerardo Emir Sánchez Valdés" userId="977e6e96-89bc-4638-b34f-835c94de275c" providerId="ADAL" clId="{45173707-3CED-451D-820A-137ED202BF6E}" dt="2026-09-23T22:01:17.508" v="4327"/>
          <ac:spMkLst>
            <pc:docMk/>
            <pc:sldMk cId="1785264773" sldId="256"/>
            <ac:spMk id="2" creationId="{F191D366-B5B2-824D-9BE3-8F8B30FBCBAD}"/>
          </ac:spMkLst>
        </pc:spChg>
        <pc:spChg chg="mod">
          <ac:chgData name="Gerardo Emir Sánchez Valdés" userId="977e6e96-89bc-4638-b34f-835c94de275c" providerId="ADAL" clId="{45173707-3CED-451D-820A-137ED202BF6E}" dt="2026-09-23T22:02:50.728" v="4342" actId="20577"/>
          <ac:spMkLst>
            <pc:docMk/>
            <pc:sldMk cId="1785264773" sldId="256"/>
            <ac:spMk id="3" creationId="{47113D5A-DEC9-1E4C-A614-7B00D9A66BB0}"/>
          </ac:spMkLst>
        </pc:spChg>
        <pc:spChg chg="add mod">
          <ac:chgData name="Gerardo Emir Sánchez Valdés" userId="977e6e96-89bc-4638-b34f-835c94de275c" providerId="ADAL" clId="{45173707-3CED-451D-820A-137ED202BF6E}" dt="2026-09-23T22:01:09.358" v="4325"/>
          <ac:spMkLst>
            <pc:docMk/>
            <pc:sldMk cId="1785264773" sldId="256"/>
            <ac:spMk id="5" creationId="{084FE576-4DE7-D1BF-2013-32B702EE1C5F}"/>
          </ac:spMkLst>
        </pc:spChg>
      </pc:sldChg>
      <pc:sldChg chg="addSp delSp modSp new mod">
        <pc:chgData name="Gerardo Emir Sánchez Valdés" userId="977e6e96-89bc-4638-b34f-835c94de275c" providerId="ADAL" clId="{45173707-3CED-451D-820A-137ED202BF6E}" dt="2026-09-30T23:15:46.081" v="6860" actId="207"/>
        <pc:sldMkLst>
          <pc:docMk/>
          <pc:sldMk cId="3779905413" sldId="258"/>
        </pc:sldMkLst>
        <pc:spChg chg="mod">
          <ac:chgData name="Gerardo Emir Sánchez Valdés" userId="977e6e96-89bc-4638-b34f-835c94de275c" providerId="ADAL" clId="{45173707-3CED-451D-820A-137ED202BF6E}" dt="2026-09-30T23:15:46.081" v="6860" actId="207"/>
          <ac:spMkLst>
            <pc:docMk/>
            <pc:sldMk cId="3779905413" sldId="258"/>
            <ac:spMk id="2" creationId="{896D523D-E8BC-FC59-104A-4F10ACD79508}"/>
          </ac:spMkLst>
        </pc:spChg>
        <pc:picChg chg="add mod modCrop">
          <ac:chgData name="Gerardo Emir Sánchez Valdés" userId="977e6e96-89bc-4638-b34f-835c94de275c" providerId="ADAL" clId="{45173707-3CED-451D-820A-137ED202BF6E}" dt="2026-09-30T23:15:40.279" v="6858" actId="1076"/>
          <ac:picMkLst>
            <pc:docMk/>
            <pc:sldMk cId="3779905413" sldId="258"/>
            <ac:picMk id="4" creationId="{0CE6A9E7-4DE3-A9FD-68AF-6804B5DE4FC7}"/>
          </ac:picMkLst>
        </pc:picChg>
        <pc:picChg chg="add del mod">
          <ac:chgData name="Gerardo Emir Sánchez Valdés" userId="977e6e96-89bc-4638-b34f-835c94de275c" providerId="ADAL" clId="{45173707-3CED-451D-820A-137ED202BF6E}" dt="2026-09-30T22:59:35.631" v="6794" actId="478"/>
          <ac:picMkLst>
            <pc:docMk/>
            <pc:sldMk cId="3779905413" sldId="258"/>
            <ac:picMk id="10" creationId="{FEC3987E-8F9C-D58C-E264-A266D1F26DA5}"/>
          </ac:picMkLst>
        </pc:picChg>
      </pc:sldChg>
      <pc:sldChg chg="addSp delSp modSp new del mod">
        <pc:chgData name="Gerardo Emir Sánchez Valdés" userId="977e6e96-89bc-4638-b34f-835c94de275c" providerId="ADAL" clId="{45173707-3CED-451D-820A-137ED202BF6E}" dt="2026-09-30T22:59:33.668" v="6793" actId="47"/>
        <pc:sldMkLst>
          <pc:docMk/>
          <pc:sldMk cId="2638565227" sldId="259"/>
        </pc:sldMkLst>
      </pc:sldChg>
      <pc:sldChg chg="addSp modSp new mod">
        <pc:chgData name="Gerardo Emir Sánchez Valdés" userId="977e6e96-89bc-4638-b34f-835c94de275c" providerId="ADAL" clId="{45173707-3CED-451D-820A-137ED202BF6E}" dt="2026-09-30T23:45:23.714" v="6987" actId="14100"/>
        <pc:sldMkLst>
          <pc:docMk/>
          <pc:sldMk cId="3481518050" sldId="259"/>
        </pc:sldMkLst>
        <pc:spChg chg="mod">
          <ac:chgData name="Gerardo Emir Sánchez Valdés" userId="977e6e96-89bc-4638-b34f-835c94de275c" providerId="ADAL" clId="{45173707-3CED-451D-820A-137ED202BF6E}" dt="2026-09-30T23:45:23.714" v="6987" actId="14100"/>
          <ac:spMkLst>
            <pc:docMk/>
            <pc:sldMk cId="3481518050" sldId="259"/>
            <ac:spMk id="2" creationId="{6EF994E8-BEAF-8EAE-C897-011A0A6D13F7}"/>
          </ac:spMkLst>
        </pc:spChg>
        <pc:picChg chg="add mod modCrop">
          <ac:chgData name="Gerardo Emir Sánchez Valdés" userId="977e6e96-89bc-4638-b34f-835c94de275c" providerId="ADAL" clId="{45173707-3CED-451D-820A-137ED202BF6E}" dt="2026-09-30T23:18:22.351" v="6882" actId="1076"/>
          <ac:picMkLst>
            <pc:docMk/>
            <pc:sldMk cId="3481518050" sldId="259"/>
            <ac:picMk id="4" creationId="{E06154A9-F1B1-55AD-F7B4-1FD713176D2E}"/>
          </ac:picMkLst>
        </pc:picChg>
      </pc:sldChg>
      <pc:sldChg chg="addSp delSp modSp new mod">
        <pc:chgData name="Gerardo Emir Sánchez Valdés" userId="977e6e96-89bc-4638-b34f-835c94de275c" providerId="ADAL" clId="{45173707-3CED-451D-820A-137ED202BF6E}" dt="2026-09-30T23:45:16.169" v="6986" actId="207"/>
        <pc:sldMkLst>
          <pc:docMk/>
          <pc:sldMk cId="2684677018" sldId="260"/>
        </pc:sldMkLst>
        <pc:spChg chg="mod">
          <ac:chgData name="Gerardo Emir Sánchez Valdés" userId="977e6e96-89bc-4638-b34f-835c94de275c" providerId="ADAL" clId="{45173707-3CED-451D-820A-137ED202BF6E}" dt="2026-09-30T23:45:16.169" v="6986" actId="207"/>
          <ac:spMkLst>
            <pc:docMk/>
            <pc:sldMk cId="2684677018" sldId="260"/>
            <ac:spMk id="2" creationId="{31E9E1E6-CF9E-D609-12FF-E1A2735AC0EC}"/>
          </ac:spMkLst>
        </pc:spChg>
        <pc:picChg chg="add del mod modCrop">
          <ac:chgData name="Gerardo Emir Sánchez Valdés" userId="977e6e96-89bc-4638-b34f-835c94de275c" providerId="ADAL" clId="{45173707-3CED-451D-820A-137ED202BF6E}" dt="2026-09-30T23:45:05.266" v="6959" actId="478"/>
          <ac:picMkLst>
            <pc:docMk/>
            <pc:sldMk cId="2684677018" sldId="260"/>
            <ac:picMk id="4" creationId="{B9A6AFD1-956A-41FF-D001-820A2D2106ED}"/>
          </ac:picMkLst>
        </pc:picChg>
        <pc:picChg chg="add mod">
          <ac:chgData name="Gerardo Emir Sánchez Valdés" userId="977e6e96-89bc-4638-b34f-835c94de275c" providerId="ADAL" clId="{45173707-3CED-451D-820A-137ED202BF6E}" dt="2026-09-30T23:45:13.576" v="6985" actId="1036"/>
          <ac:picMkLst>
            <pc:docMk/>
            <pc:sldMk cId="2684677018" sldId="260"/>
            <ac:picMk id="6" creationId="{0805CEA4-A6DC-07B9-4862-9187A907F41D}"/>
          </ac:picMkLst>
        </pc:picChg>
      </pc:sldChg>
      <pc:sldChg chg="addSp delSp modSp new del mod">
        <pc:chgData name="Gerardo Emir Sánchez Valdés" userId="977e6e96-89bc-4638-b34f-835c94de275c" providerId="ADAL" clId="{45173707-3CED-451D-820A-137ED202BF6E}" dt="2026-09-30T22:59:33.668" v="6793" actId="47"/>
        <pc:sldMkLst>
          <pc:docMk/>
          <pc:sldMk cId="2833349416" sldId="260"/>
        </pc:sldMkLst>
      </pc:sldChg>
      <pc:sldChg chg="addSp delSp modSp new mod">
        <pc:chgData name="Gerardo Emir Sánchez Valdés" userId="977e6e96-89bc-4638-b34f-835c94de275c" providerId="ADAL" clId="{45173707-3CED-451D-820A-137ED202BF6E}" dt="2026-09-30T23:50:15.288" v="7062" actId="1076"/>
        <pc:sldMkLst>
          <pc:docMk/>
          <pc:sldMk cId="3160885928" sldId="261"/>
        </pc:sldMkLst>
        <pc:spChg chg="mod">
          <ac:chgData name="Gerardo Emir Sánchez Valdés" userId="977e6e96-89bc-4638-b34f-835c94de275c" providerId="ADAL" clId="{45173707-3CED-451D-820A-137ED202BF6E}" dt="2026-09-30T23:48:38.908" v="7054" actId="207"/>
          <ac:spMkLst>
            <pc:docMk/>
            <pc:sldMk cId="3160885928" sldId="261"/>
            <ac:spMk id="2" creationId="{82ACBA1D-C477-B76D-D628-778DB2732307}"/>
          </ac:spMkLst>
        </pc:spChg>
        <pc:picChg chg="add del mod modCrop">
          <ac:chgData name="Gerardo Emir Sánchez Valdés" userId="977e6e96-89bc-4638-b34f-835c94de275c" providerId="ADAL" clId="{45173707-3CED-451D-820A-137ED202BF6E}" dt="2026-09-30T23:49:57.826" v="7058" actId="478"/>
          <ac:picMkLst>
            <pc:docMk/>
            <pc:sldMk cId="3160885928" sldId="261"/>
            <ac:picMk id="4" creationId="{6C959D38-AFA7-CACC-5BF6-714030A4EFF2}"/>
          </ac:picMkLst>
        </pc:picChg>
        <pc:picChg chg="add mod modCrop">
          <ac:chgData name="Gerardo Emir Sánchez Valdés" userId="977e6e96-89bc-4638-b34f-835c94de275c" providerId="ADAL" clId="{45173707-3CED-451D-820A-137ED202BF6E}" dt="2026-09-30T23:50:15.288" v="7062" actId="1076"/>
          <ac:picMkLst>
            <pc:docMk/>
            <pc:sldMk cId="3160885928" sldId="261"/>
            <ac:picMk id="6" creationId="{FAFA25C7-31E5-EB4C-CC3E-B8DF27A55B19}"/>
          </ac:picMkLst>
        </pc:picChg>
      </pc:sldChg>
      <pc:sldChg chg="addSp modSp new del mod">
        <pc:chgData name="Gerardo Emir Sánchez Valdés" userId="977e6e96-89bc-4638-b34f-835c94de275c" providerId="ADAL" clId="{45173707-3CED-451D-820A-137ED202BF6E}" dt="2026-09-30T22:59:33.668" v="6793" actId="47"/>
        <pc:sldMkLst>
          <pc:docMk/>
          <pc:sldMk cId="4278443660" sldId="261"/>
        </pc:sldMkLst>
      </pc:sldChg>
      <pc:sldChg chg="addSp modSp new mod">
        <pc:chgData name="Gerardo Emir Sánchez Valdés" userId="977e6e96-89bc-4638-b34f-835c94de275c" providerId="ADAL" clId="{45173707-3CED-451D-820A-137ED202BF6E}" dt="2026-09-30T23:51:48.056" v="7127" actId="1076"/>
        <pc:sldMkLst>
          <pc:docMk/>
          <pc:sldMk cId="2913387775" sldId="262"/>
        </pc:sldMkLst>
        <pc:spChg chg="mod">
          <ac:chgData name="Gerardo Emir Sánchez Valdés" userId="977e6e96-89bc-4638-b34f-835c94de275c" providerId="ADAL" clId="{45173707-3CED-451D-820A-137ED202BF6E}" dt="2026-09-30T23:51:48.056" v="7127" actId="1076"/>
          <ac:spMkLst>
            <pc:docMk/>
            <pc:sldMk cId="2913387775" sldId="262"/>
            <ac:spMk id="2" creationId="{40219DD1-3983-50AF-AC3D-CBF3C6A2058F}"/>
          </ac:spMkLst>
        </pc:spChg>
        <pc:picChg chg="add mod modCrop">
          <ac:chgData name="Gerardo Emir Sánchez Valdés" userId="977e6e96-89bc-4638-b34f-835c94de275c" providerId="ADAL" clId="{45173707-3CED-451D-820A-137ED202BF6E}" dt="2026-09-30T23:51:07.279" v="7073" actId="1076"/>
          <ac:picMkLst>
            <pc:docMk/>
            <pc:sldMk cId="2913387775" sldId="262"/>
            <ac:picMk id="4" creationId="{6C935DD8-E922-6730-AC60-4A2E62EDB872}"/>
          </ac:picMkLst>
        </pc:picChg>
      </pc:sldChg>
      <pc:sldChg chg="addSp delSp modSp new del mod">
        <pc:chgData name="Gerardo Emir Sánchez Valdés" userId="977e6e96-89bc-4638-b34f-835c94de275c" providerId="ADAL" clId="{45173707-3CED-451D-820A-137ED202BF6E}" dt="2026-09-30T22:59:33.668" v="6793" actId="47"/>
        <pc:sldMkLst>
          <pc:docMk/>
          <pc:sldMk cId="3639682305" sldId="262"/>
        </pc:sldMkLst>
      </pc:sldChg>
      <pc:sldChg chg="addSp delSp modSp new mod">
        <pc:chgData name="Gerardo Emir Sánchez Valdés" userId="977e6e96-89bc-4638-b34f-835c94de275c" providerId="ADAL" clId="{45173707-3CED-451D-820A-137ED202BF6E}" dt="2026-10-01T00:17:08.569" v="7165" actId="1076"/>
        <pc:sldMkLst>
          <pc:docMk/>
          <pc:sldMk cId="1238340015" sldId="263"/>
        </pc:sldMkLst>
        <pc:spChg chg="mod">
          <ac:chgData name="Gerardo Emir Sánchez Valdés" userId="977e6e96-89bc-4638-b34f-835c94de275c" providerId="ADAL" clId="{45173707-3CED-451D-820A-137ED202BF6E}" dt="2026-10-01T00:14:51.461" v="7162" actId="403"/>
          <ac:spMkLst>
            <pc:docMk/>
            <pc:sldMk cId="1238340015" sldId="263"/>
            <ac:spMk id="2" creationId="{839910F6-AF09-A765-8F37-BAB6C2FFE09D}"/>
          </ac:spMkLst>
        </pc:spChg>
        <pc:spChg chg="add mod">
          <ac:chgData name="Gerardo Emir Sánchez Valdés" userId="977e6e96-89bc-4638-b34f-835c94de275c" providerId="ADAL" clId="{45173707-3CED-451D-820A-137ED202BF6E}" dt="2026-10-01T00:17:08.569" v="7165" actId="1076"/>
          <ac:spMkLst>
            <pc:docMk/>
            <pc:sldMk cId="1238340015" sldId="263"/>
            <ac:spMk id="6" creationId="{F94254A2-8F63-435B-244C-EE76EF31DF71}"/>
          </ac:spMkLst>
        </pc:spChg>
        <pc:picChg chg="add del mod modCrop">
          <ac:chgData name="Gerardo Emir Sánchez Valdés" userId="977e6e96-89bc-4638-b34f-835c94de275c" providerId="ADAL" clId="{45173707-3CED-451D-820A-137ED202BF6E}" dt="2026-10-01T00:14:42.307" v="7155" actId="478"/>
          <ac:picMkLst>
            <pc:docMk/>
            <pc:sldMk cId="1238340015" sldId="263"/>
            <ac:picMk id="4" creationId="{AA50C860-050A-DAF9-3183-2EF105B4AF8E}"/>
          </ac:picMkLst>
        </pc:picChg>
      </pc:sldChg>
      <pc:sldChg chg="addSp delSp modSp new del mod">
        <pc:chgData name="Gerardo Emir Sánchez Valdés" userId="977e6e96-89bc-4638-b34f-835c94de275c" providerId="ADAL" clId="{45173707-3CED-451D-820A-137ED202BF6E}" dt="2026-09-30T22:59:33.668" v="6793" actId="47"/>
        <pc:sldMkLst>
          <pc:docMk/>
          <pc:sldMk cId="2096689737" sldId="263"/>
        </pc:sldMkLst>
      </pc:sldChg>
      <pc:sldChg chg="addSp modSp new del mod">
        <pc:chgData name="Gerardo Emir Sánchez Valdés" userId="977e6e96-89bc-4638-b34f-835c94de275c" providerId="ADAL" clId="{45173707-3CED-451D-820A-137ED202BF6E}" dt="2026-09-30T22:59:33.668" v="6793" actId="47"/>
        <pc:sldMkLst>
          <pc:docMk/>
          <pc:sldMk cId="2178827556" sldId="264"/>
        </pc:sldMkLst>
      </pc:sldChg>
      <pc:sldChg chg="add del">
        <pc:chgData name="Gerardo Emir Sánchez Valdés" userId="977e6e96-89bc-4638-b34f-835c94de275c" providerId="ADAL" clId="{45173707-3CED-451D-820A-137ED202BF6E}" dt="2026-09-30T22:59:33.668" v="6793" actId="47"/>
        <pc:sldMkLst>
          <pc:docMk/>
          <pc:sldMk cId="1058010387" sldId="265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BE4C0DF-04C7-42CE-BD5A-CC80E02A0548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6DA14F8-59CE-4030-B791-EE4BE383DEAA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8109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MX" dirty="0"/>
              <a:t>Buenas tardes. Ayer comprobamos empíricamente que un agente que toma decisiones al azar agota la batería el 95% de las veces en la posición inicial sin llegar a la gaveta de herramientas. Hoy dejaremos atrás el azar para entrar al cimiento formal de toda la inteligencia artificial por refuerzo: los Procesos de Decisión de Markov. Comprenderán con exactitud qué es un estado </a:t>
            </a:r>
            <a:r>
              <a:rPr lang="es-MX" dirty="0" err="1"/>
              <a:t>markoviano</a:t>
            </a:r>
            <a:r>
              <a:rPr lang="es-MX" dirty="0"/>
              <a:t>, cómo calcular el retorno acumulado </a:t>
            </a:r>
            <a:r>
              <a:rPr lang="es-MX" dirty="0" err="1"/>
              <a:t>G_t</a:t>
            </a:r>
            <a:r>
              <a:rPr lang="es-MX" dirty="0"/>
              <a:t> y por qué el factor de descuento \gamma decide si el robot hexápodo se arriesga a chocar o prefiere una trayectoria cautelosa. Todo esto lo implementaremos visualmente en Google </a:t>
            </a:r>
            <a:r>
              <a:rPr lang="es-MX" dirty="0" err="1"/>
              <a:t>Colab</a:t>
            </a:r>
            <a:r>
              <a:rPr lang="es-MX"/>
              <a:t> para ver en tiempo real las curvas de convergencia.</a:t>
            </a:r>
          </a:p>
          <a:p>
            <a:endParaRPr lang="en-U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DA14F8-59CE-4030-B791-EE4BE383DEAA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21005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96B0210-58F5-554F-B521-A9F07F3425B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091764" y="1520791"/>
            <a:ext cx="6808270" cy="3012707"/>
          </a:xfrm>
        </p:spPr>
        <p:txBody>
          <a:bodyPr anchor="b"/>
          <a:lstStyle>
            <a:lvl1pPr algn="l">
              <a:defRPr sz="6000" b="1" i="0" baseline="0">
                <a:solidFill>
                  <a:schemeClr val="bg1"/>
                </a:solidFill>
                <a:latin typeface="Neue Haas Grotesk Display Pro 4" panose="020B0204020202020204" pitchFamily="34" charset="77"/>
              </a:defRPr>
            </a:lvl1pPr>
          </a:lstStyle>
          <a:p>
            <a:r>
              <a:rPr lang="es-ES" dirty="0"/>
              <a:t>Haga clic para modificar el estilo de título del patrón</a:t>
            </a:r>
            <a:endParaRPr lang="es-MX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00DC3B50-A47D-8D4D-8023-314C520F046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091764" y="4889634"/>
            <a:ext cx="6808270" cy="974558"/>
          </a:xfrm>
        </p:spPr>
        <p:txBody>
          <a:bodyPr/>
          <a:lstStyle>
            <a:lvl1pPr marL="0" indent="0" algn="l">
              <a:buNone/>
              <a:defRPr sz="2400" baseline="0">
                <a:solidFill>
                  <a:schemeClr val="bg1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 dirty="0"/>
              <a:t>Haga clic para modificar el estilo de subtítulo del patrón</a:t>
            </a:r>
            <a:endParaRPr lang="es-MX" dirty="0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72495A6-DE31-054C-9AB5-9D35FF23DA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E233D4-C32E-0143-B83A-81C14DE8EC6F}" type="datetimeFigureOut">
              <a:rPr lang="es-MX" smtClean="0"/>
              <a:t>30/09/2026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D0790CD-96AB-954D-B011-EC7603B0AF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5B252D9-6DAE-2A41-BD1E-50CB6002F5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FFA6D5-6AEE-1E41-A7B9-BD4C3BA62F8B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6705659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592BE48-BC0B-4147-A915-CC7B1FAC324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 dirty="0"/>
              <a:t>Haga clic para modificar el estilo de título del patrón</a:t>
            </a:r>
            <a:endParaRPr lang="es-MX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66703B9E-0A3F-E544-83E9-CF2960ADD9C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 dirty="0"/>
              <a:t>Haga clic para modificar el estilo de subtítulo del patrón</a:t>
            </a:r>
            <a:endParaRPr lang="es-MX" dirty="0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D7BD2CD-BB6F-2A4B-A643-E77BC19080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5C0F0E-10E5-3147-B9B0-0DDBC6FDE2EC}" type="datetimeFigureOut">
              <a:rPr lang="es-MX" smtClean="0"/>
              <a:t>30/09/2026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ABEB1DA-88CA-794B-84F5-D8E6A8E757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80CD3C8-B7C2-984E-89DE-76A610F576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4E4394-B3F3-9345-B39E-E4042606BF14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7220240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6F06B87F-E89B-CE46-B1A2-E018C985F1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5C0F0E-10E5-3147-B9B0-0DDBC6FDE2EC}" type="datetimeFigureOut">
              <a:rPr lang="es-MX" smtClean="0"/>
              <a:t>30/09/2026</a:t>
            </a:fld>
            <a:endParaRPr lang="es-MX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784BEDA2-BBEB-6843-8622-67AA394A8F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BE5B1E75-B964-9342-97BA-B3028FBF0E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4E4394-B3F3-9345-B39E-E4042606BF14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9762457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002D27D9-2907-264D-AA5F-61396A375B3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1" y="1328286"/>
            <a:ext cx="12192000" cy="489925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MX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969D7A54-989D-0D42-9F19-5E5D88354E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09912" y="457200"/>
            <a:ext cx="6179419" cy="8710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 dirty="0"/>
              <a:t>Haga clic para modificar el estilo de título del patrón</a:t>
            </a:r>
            <a:endParaRPr lang="es-MX" dirty="0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85BE21D2-B7B3-B04F-B5FB-92F21A8733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5C0F0E-10E5-3147-B9B0-0DDBC6FDE2EC}" type="datetimeFigureOut">
              <a:rPr lang="es-MX" smtClean="0"/>
              <a:t>30/09/2026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005AFDAB-8589-B14A-BAB9-42706CF3AE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D2C795F-CE52-AB49-8C4D-676011E67F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4E4394-B3F3-9345-B39E-E4042606BF14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2093371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E738C66-A42E-C941-A488-1E31473B3DB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D72D67E2-90ED-B745-AF8D-E0613AA5007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E672014-588B-1845-A8A2-BF7B997FBF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5AD507-608B-CC45-8204-721B42B21690}" type="datetimeFigureOut">
              <a:rPr lang="es-MX" smtClean="0"/>
              <a:t>30/09/2026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4C2D1A1-F717-F340-802E-B7E982B6B1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78DEB20-A96E-5D40-A420-916BA2884D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D51725-938A-374B-AAC7-5D7ED71FB7E0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2898683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1505599-C161-0D43-A036-722A09C9AB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374E013-C58F-514C-8483-2D22599B8A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/>
              <a:t>Editar los estilos de texto del patrón
Segundo nivel
Tercer nivel
Cuarto nivel
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32B8999-B447-484E-BEDC-751712A7F5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5AD507-608B-CC45-8204-721B42B21690}" type="datetimeFigureOut">
              <a:rPr lang="es-MX" smtClean="0"/>
              <a:t>30/09/2026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3A258E1-6475-BF48-BBF6-F22E21FCEC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5DE20FC-A321-3D4B-820C-D98E7C0026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D51725-938A-374B-AAC7-5D7ED71FB7E0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5856445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F34FD4D-294E-5E4F-8CE7-30196521E3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5DFBA3E6-8710-6A46-A85A-A89B4470DA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5AD507-608B-CC45-8204-721B42B21690}" type="datetimeFigureOut">
              <a:rPr lang="es-MX" smtClean="0"/>
              <a:t>30/09/2026</a:t>
            </a:fld>
            <a:endParaRPr lang="es-MX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2CFB1217-9C09-FC48-B346-4ED6392CDC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s-MX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43101B43-CAD8-2644-ADC9-3F486FECF3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D51725-938A-374B-AAC7-5D7ED71FB7E0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8754385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jpg"/><Relationship Id="rId4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slideLayout" Target="../slideLayouts/slideLayout6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3.jpg"/><Relationship Id="rId4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F27DFD32-E602-6546-9237-D0349148C6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96B292F-68A3-934D-AF87-7F32AF8461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r>
              <a:rPr lang="es-ES" dirty="0"/>
              <a:t>Editar los estilos de texto del patrón
Segundo nivel
Tercer nivel
Cuarto nivel
Quinto nivel</a:t>
            </a:r>
            <a:endParaRPr lang="es-MX" dirty="0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7242B4C-4C69-594B-B724-DEED8BE4DF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EE233D4-C32E-0143-B83A-81C14DE8EC6F}" type="datetimeFigureOut">
              <a:rPr lang="es-MX" smtClean="0"/>
              <a:t>30/09/2026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9511125-126B-9941-9BA1-EF1087ADF94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38CEF7C-135B-2F46-9994-7AFAF1F9D9D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DFFA6D5-6AEE-1E41-A7B9-BD4C3BA62F8B}" type="slidenum">
              <a:rPr lang="es-MX" smtClean="0"/>
              <a:t>‹Nº›</a:t>
            </a:fld>
            <a:endParaRPr lang="es-MX"/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AA75A52B-3458-7043-A384-6E9A72BA96AC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9625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03107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n 7">
            <a:extLst>
              <a:ext uri="{FF2B5EF4-FFF2-40B4-BE49-F238E27FC236}">
                <a16:creationId xmlns:a16="http://schemas.microsoft.com/office/drawing/2014/main" id="{A3AF2DFC-D9A2-E04A-86D1-9AB33BB013C1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467C0225-760E-4D44-AA18-C6E92F5F09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26442"/>
            <a:ext cx="10515600" cy="86291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s-ES" dirty="0"/>
              <a:t>Haga clic para modificar el estilo de título del patrón</a:t>
            </a:r>
            <a:endParaRPr lang="es-MX" dirty="0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E3BBB80-61D8-EA40-86F3-40CD8D77F1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2454441"/>
            <a:ext cx="10515600" cy="372252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r>
              <a:rPr lang="es-ES" dirty="0"/>
              <a:t>Editar los estilos de texto del patrón
Segundo nivel
Tercer nivel
Cuarto nivel
Quinto nivel</a:t>
            </a:r>
            <a:endParaRPr lang="es-MX" dirty="0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6FF4B52-D0DF-4E4E-947F-F1E4FEEE906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95C0F0E-10E5-3147-B9B0-0DDBC6FDE2EC}" type="datetimeFigureOut">
              <a:rPr lang="es-MX" smtClean="0"/>
              <a:t>30/09/2026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91135B4-F12F-8548-8F21-E6E338212AB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91AB7FB-B25B-C74A-8639-7C6A0098FF9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B4E4394-B3F3-9345-B39E-E4042606BF14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1571274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7" r:id="rId2"/>
    <p:sldLayoutId id="2147483659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000" b="1" i="0" kern="1200" baseline="0">
          <a:solidFill>
            <a:schemeClr val="bg1">
              <a:lumMod val="65000"/>
            </a:schemeClr>
          </a:solidFill>
          <a:latin typeface="Neue Haas Grotesk Display Pro 5" panose="020B0504020202020204" pitchFamily="34" charset="77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n 7">
            <a:extLst>
              <a:ext uri="{FF2B5EF4-FFF2-40B4-BE49-F238E27FC236}">
                <a16:creationId xmlns:a16="http://schemas.microsoft.com/office/drawing/2014/main" id="{6A19D725-BF5C-D44E-B121-561AE19342A3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E7706317-FA56-5E4E-A412-526DFD2142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73481"/>
            <a:ext cx="6457749" cy="107866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dirty="0"/>
              <a:t>Haga clic para modificar el estilo de título del patrón</a:t>
            </a:r>
            <a:endParaRPr lang="es-MX" dirty="0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883DFC8D-F854-A942-B211-4DC071D14D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r>
              <a:rPr lang="es-ES" dirty="0"/>
              <a:t>Editar los estilos de texto del patrón
Segundo nivel
Tercer nivel
Cuarto nivel
Quinto nivel</a:t>
            </a:r>
            <a:endParaRPr lang="es-MX" dirty="0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2E67154-B831-4441-BA8A-E18A57C6952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400800" y="6356350"/>
            <a:ext cx="209830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A5AD507-608B-CC45-8204-721B42B21690}" type="datetimeFigureOut">
              <a:rPr lang="es-MX" smtClean="0"/>
              <a:t>30/09/2026</a:t>
            </a:fld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BBD7F89-55F7-4541-831C-BBE0CA902EE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760016" y="6356350"/>
            <a:ext cx="159378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D51725-938A-374B-AAC7-5D7ED71FB7E0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3827471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8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000" b="1" i="0" kern="1200" baseline="0">
          <a:solidFill>
            <a:schemeClr val="bg1">
              <a:lumMod val="50000"/>
            </a:schemeClr>
          </a:solidFill>
          <a:latin typeface="Neue Haas Grotesk Display Pro 5" panose="020B0504020202020204" pitchFamily="34" charset="77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GerardoEmirSanchez/rl-hexapod-continuum-wsl2/blob/main/05.md" TargetMode="Externa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191D366-B5B2-824D-9BE3-8F8B30FBCB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26888" y="1735667"/>
            <a:ext cx="7170379" cy="1789422"/>
          </a:xfrm>
        </p:spPr>
        <p:txBody>
          <a:bodyPr/>
          <a:lstStyle/>
          <a:p>
            <a:r>
              <a:rPr lang="es-MX" noProof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MR3005C</a:t>
            </a:r>
            <a:r>
              <a:rPr lang="es-MX" noProof="0" dirty="0"/>
              <a:t>:</a:t>
            </a:r>
            <a:br>
              <a:rPr lang="es-MX" noProof="0" dirty="0"/>
            </a:br>
            <a:r>
              <a:rPr lang="es-MX" noProof="0" dirty="0"/>
              <a:t> </a:t>
            </a:r>
            <a:r>
              <a:rPr lang="es-MX" noProof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Sistemas Ciberfísicos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7113D5A-DEC9-1E4C-A614-7B00D9A66BB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542867" y="5795285"/>
            <a:ext cx="3649133" cy="974558"/>
          </a:xfrm>
        </p:spPr>
        <p:txBody>
          <a:bodyPr>
            <a:normAutofit fontScale="92500" lnSpcReduction="20000"/>
          </a:bodyPr>
          <a:lstStyle/>
          <a:p>
            <a:r>
              <a:rPr lang="es-MX" noProof="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MSc</a:t>
            </a:r>
            <a:r>
              <a:rPr lang="es-MX" noProof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. G. Emir Sánchez Valdés, </a:t>
            </a:r>
          </a:p>
          <a:p>
            <a:r>
              <a:rPr lang="es-MX" noProof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Dr. Héctor Cervantes Culebro, hector_cervantes@tec.mx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084FE576-4DE7-D1BF-2013-32B702EE1C5F}"/>
              </a:ext>
            </a:extLst>
          </p:cNvPr>
          <p:cNvSpPr txBox="1"/>
          <p:nvPr/>
        </p:nvSpPr>
        <p:spPr>
          <a:xfrm>
            <a:off x="3405716" y="3525088"/>
            <a:ext cx="866809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FUNDAMENTOS DEL APRENDIZAJE POR REFUERZO (HCC).</a:t>
            </a:r>
            <a:endParaRPr lang="es-MX" sz="2800" noProof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7852647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96D523D-E8BC-FC59-104A-4F10ACD795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7065" y="213003"/>
            <a:ext cx="6457749" cy="1078664"/>
          </a:xfrm>
        </p:spPr>
        <p:txBody>
          <a:bodyPr/>
          <a:lstStyle/>
          <a:p>
            <a:r>
              <a:rPr lang="es-MX" dirty="0">
                <a:solidFill>
                  <a:schemeClr val="tx1"/>
                </a:solidFill>
              </a:rPr>
              <a:t>¿Por qué Bellman no es suficiente?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0CE6A9E7-4DE3-A9FD-68AF-6804B5DE4FC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0659" b="11184"/>
          <a:stretch>
            <a:fillRect/>
          </a:stretch>
        </p:blipFill>
        <p:spPr>
          <a:xfrm>
            <a:off x="10934" y="1198361"/>
            <a:ext cx="12181066" cy="51971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99054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EF994E8-BEAF-8EAE-C897-011A0A6D13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73481"/>
            <a:ext cx="6457749" cy="690209"/>
          </a:xfrm>
        </p:spPr>
        <p:txBody>
          <a:bodyPr/>
          <a:lstStyle/>
          <a:p>
            <a:r>
              <a:rPr lang="es-MX" dirty="0" err="1">
                <a:solidFill>
                  <a:schemeClr val="tx1"/>
                </a:solidFill>
              </a:rPr>
              <a:t>Gymnasium</a:t>
            </a:r>
            <a:r>
              <a:rPr lang="es-MX" dirty="0">
                <a:solidFill>
                  <a:schemeClr val="tx1"/>
                </a:solidFill>
              </a:rPr>
              <a:t> API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E06154A9-F1B1-55AD-F7B4-1FD713176D2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837" t="15916" r="2716" b="22575"/>
          <a:stretch>
            <a:fillRect/>
          </a:stretch>
        </p:blipFill>
        <p:spPr>
          <a:xfrm>
            <a:off x="0" y="1264298"/>
            <a:ext cx="12177684" cy="43294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15180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1E9E1E6-CF9E-D609-12FF-E1A2735AC0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936" y="373481"/>
            <a:ext cx="7072014" cy="1078664"/>
          </a:xfrm>
        </p:spPr>
        <p:txBody>
          <a:bodyPr/>
          <a:lstStyle/>
          <a:p>
            <a:r>
              <a:rPr lang="es-MX" dirty="0">
                <a:solidFill>
                  <a:schemeClr val="tx1"/>
                </a:solidFill>
              </a:rPr>
              <a:t>Ecuación Q-Learning y el Error de Diferencia Temporal TD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0805CEA4-A6DC-07B9-4862-9187A907F4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83234"/>
            <a:ext cx="12192000" cy="49820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46770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Título 1">
                <a:extLst>
                  <a:ext uri="{FF2B5EF4-FFF2-40B4-BE49-F238E27FC236}">
                    <a16:creationId xmlns:a16="http://schemas.microsoft.com/office/drawing/2014/main" id="{82ACBA1D-C477-B76D-D628-778DB2732307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345234" y="373481"/>
                <a:ext cx="6950716" cy="1078664"/>
              </a:xfrm>
            </p:spPr>
            <p:txBody>
              <a:bodyPr>
                <a:normAutofit fontScale="90000"/>
              </a:bodyPr>
              <a:lstStyle/>
              <a:p>
                <a:r>
                  <a:rPr lang="es-MX" dirty="0">
                    <a:solidFill>
                      <a:schemeClr val="tx1"/>
                    </a:solidFill>
                  </a:rPr>
                  <a:t>Estrategia de Comportamiento: </a:t>
                </a:r>
                <a:br>
                  <a:rPr lang="es-MX" dirty="0">
                    <a:solidFill>
                      <a:schemeClr val="tx1"/>
                    </a:solidFill>
                  </a:rPr>
                </a:br>
                <a:r>
                  <a:rPr lang="es-MX" dirty="0">
                    <a:solidFill>
                      <a:schemeClr val="tx1"/>
                    </a:solidFill>
                  </a:rPr>
                  <a:t>Exploración </a:t>
                </a:r>
                <a14:m>
                  <m:oMath xmlns:m="http://schemas.openxmlformats.org/officeDocument/2006/math">
                    <m:r>
                      <a:rPr lang="es-MX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𝜖</m:t>
                    </m:r>
                  </m:oMath>
                </a14:m>
                <a:r>
                  <a:rPr lang="es-MX" dirty="0">
                    <a:solidFill>
                      <a:schemeClr val="tx1"/>
                    </a:solidFill>
                  </a:rPr>
                  <a:t>-Greedy y Naturaleza Off-Policy</a:t>
                </a:r>
              </a:p>
            </p:txBody>
          </p:sp>
        </mc:Choice>
        <mc:Fallback>
          <p:sp>
            <p:nvSpPr>
              <p:cNvPr id="2" name="Título 1">
                <a:extLst>
                  <a:ext uri="{FF2B5EF4-FFF2-40B4-BE49-F238E27FC236}">
                    <a16:creationId xmlns:a16="http://schemas.microsoft.com/office/drawing/2014/main" id="{82ACBA1D-C477-B76D-D628-778DB273230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345234" y="373481"/>
                <a:ext cx="6950716" cy="1078664"/>
              </a:xfrm>
              <a:blipFill>
                <a:blip r:embed="rId2"/>
                <a:stretch>
                  <a:fillRect l="-1667" b="-3955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Imagen 5">
            <a:extLst>
              <a:ext uri="{FF2B5EF4-FFF2-40B4-BE49-F238E27FC236}">
                <a16:creationId xmlns:a16="http://schemas.microsoft.com/office/drawing/2014/main" id="{FAFA25C7-31E5-EB4C-CC3E-B8DF27A55B1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7120"/>
          <a:stretch>
            <a:fillRect/>
          </a:stretch>
        </p:blipFill>
        <p:spPr>
          <a:xfrm>
            <a:off x="0" y="1539550"/>
            <a:ext cx="12192000" cy="47117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08859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0219DD1-3983-50AF-AC3D-CBF3C6A205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3677" y="410547"/>
            <a:ext cx="6457749" cy="705696"/>
          </a:xfrm>
        </p:spPr>
        <p:txBody>
          <a:bodyPr/>
          <a:lstStyle/>
          <a:p>
            <a:r>
              <a:rPr lang="es-MX" dirty="0">
                <a:solidFill>
                  <a:schemeClr val="tx1"/>
                </a:solidFill>
              </a:rPr>
              <a:t>Análisis dia5_qlearning_base.py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6C935DD8-E922-6730-AC60-4A2E62EDB87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9981" t="12647" b="19184"/>
          <a:stretch>
            <a:fillRect/>
          </a:stretch>
        </p:blipFill>
        <p:spPr>
          <a:xfrm>
            <a:off x="477417" y="1688842"/>
            <a:ext cx="11101873" cy="45894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33877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39910F6-AF09-A765-8F37-BAB6C2FFE0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70853" y="2230272"/>
            <a:ext cx="6457749" cy="1078664"/>
          </a:xfrm>
        </p:spPr>
        <p:txBody>
          <a:bodyPr>
            <a:normAutofit/>
          </a:bodyPr>
          <a:lstStyle/>
          <a:p>
            <a:pPr algn="ctr"/>
            <a:r>
              <a:rPr lang="es-MX" sz="4800" dirty="0">
                <a:solidFill>
                  <a:schemeClr val="tx1"/>
                </a:solidFill>
              </a:rPr>
              <a:t>RETOS: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F94254A2-8F63-435B-244C-EE76EF31DF71}"/>
              </a:ext>
            </a:extLst>
          </p:cNvPr>
          <p:cNvSpPr txBox="1"/>
          <p:nvPr/>
        </p:nvSpPr>
        <p:spPr>
          <a:xfrm>
            <a:off x="1705263" y="3179733"/>
            <a:ext cx="93889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dirty="0">
                <a:hlinkClick r:id="rId2"/>
              </a:rPr>
              <a:t>rl-hexapod-continuum-wsl2/05.md at </a:t>
            </a:r>
            <a:r>
              <a:rPr lang="es-MX" dirty="0" err="1">
                <a:hlinkClick r:id="rId2"/>
              </a:rPr>
              <a:t>main</a:t>
            </a:r>
            <a:r>
              <a:rPr lang="es-MX" dirty="0">
                <a:hlinkClick r:id="rId2"/>
              </a:rPr>
              <a:t> · </a:t>
            </a:r>
            <a:r>
              <a:rPr lang="es-MX" dirty="0" err="1">
                <a:hlinkClick r:id="rId2"/>
              </a:rPr>
              <a:t>GerardoEmirSanchez</a:t>
            </a:r>
            <a:r>
              <a:rPr lang="es-MX" dirty="0">
                <a:hlinkClick r:id="rId2"/>
              </a:rPr>
              <a:t>/rl-hexapod-continuum-wsl2</a:t>
            </a: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238340015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Diseño personalizado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_Diseño personalizado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2951</TotalTime>
  <Words>205</Words>
  <Application>Microsoft Office PowerPoint</Application>
  <PresentationFormat>Panorámica</PresentationFormat>
  <Paragraphs>13</Paragraphs>
  <Slides>7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7</vt:i4>
      </vt:variant>
      <vt:variant>
        <vt:lpstr>Tema</vt:lpstr>
      </vt:variant>
      <vt:variant>
        <vt:i4>3</vt:i4>
      </vt:variant>
      <vt:variant>
        <vt:lpstr>Títulos de diapositiva</vt:lpstr>
      </vt:variant>
      <vt:variant>
        <vt:i4>7</vt:i4>
      </vt:variant>
    </vt:vector>
  </HeadingPairs>
  <TitlesOfParts>
    <vt:vector size="17" baseType="lpstr">
      <vt:lpstr>Aptos</vt:lpstr>
      <vt:lpstr>Arial</vt:lpstr>
      <vt:lpstr>Calibri</vt:lpstr>
      <vt:lpstr>Calibri Light</vt:lpstr>
      <vt:lpstr>Cambria Math</vt:lpstr>
      <vt:lpstr>Neue Haas Grotesk Display Pro 4</vt:lpstr>
      <vt:lpstr>Neue Haas Grotesk Display Pro 5</vt:lpstr>
      <vt:lpstr>Tema de Office</vt:lpstr>
      <vt:lpstr>Diseño personalizado</vt:lpstr>
      <vt:lpstr>1_Diseño personalizado</vt:lpstr>
      <vt:lpstr>MR3005C:  Sistemas Ciberfísicos</vt:lpstr>
      <vt:lpstr>¿Por qué Bellman no es suficiente?</vt:lpstr>
      <vt:lpstr>Gymnasium API</vt:lpstr>
      <vt:lpstr>Ecuación Q-Learning y el Error de Diferencia Temporal TD</vt:lpstr>
      <vt:lpstr>Estrategia de Comportamiento:  Exploración ϵ-Greedy y Naturaleza Off-Policy</vt:lpstr>
      <vt:lpstr>Análisis dia5_qlearning_base.py</vt:lpstr>
      <vt:lpstr>RETOS: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Microsoft Office User</dc:creator>
  <cp:lastModifiedBy>Gerardo Emir Sánchez Valdés</cp:lastModifiedBy>
  <cp:revision>20</cp:revision>
  <dcterms:created xsi:type="dcterms:W3CDTF">2019-01-11T22:24:33Z</dcterms:created>
  <dcterms:modified xsi:type="dcterms:W3CDTF">2026-10-01T00:17:13Z</dcterms:modified>
</cp:coreProperties>
</file>