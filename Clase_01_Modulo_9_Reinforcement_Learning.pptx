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0" r:id="rId2"/>
    <p:sldMasterId id="2147483662" r:id="rId3"/>
  </p:sldMasterIdLst>
  <p:notesMasterIdLst>
    <p:notesMasterId r:id="rId1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DFDE"/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071F18-C573-4E41-85B6-23AC3DECA566}" v="7" dt="2026-09-23T20:46:33.835"/>
    <p1510:client id="{8F0D88A4-7769-4DFF-8D10-6F91243A5927}" v="84" dt="2026-09-24T00:18:26.8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86215" autoAdjust="0"/>
  </p:normalViewPr>
  <p:slideViewPr>
    <p:cSldViewPr snapToGrid="0" snapToObjects="1" showGuides="1">
      <p:cViewPr varScale="1">
        <p:scale>
          <a:sx n="82" d="100"/>
          <a:sy n="82" d="100"/>
        </p:scale>
        <p:origin x="470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ardo Emir Sánchez Valdés" userId="977e6e96-89bc-4638-b34f-835c94de275c" providerId="ADAL" clId="{45173707-3CED-451D-820A-137ED202BF6E}"/>
    <pc:docChg chg="undo custSel addSld delSld modSld sldOrd">
      <pc:chgData name="Gerardo Emir Sánchez Valdés" userId="977e6e96-89bc-4638-b34f-835c94de275c" providerId="ADAL" clId="{45173707-3CED-451D-820A-137ED202BF6E}" dt="2026-09-24T00:18:45.997" v="6454" actId="113"/>
      <pc:docMkLst>
        <pc:docMk/>
      </pc:docMkLst>
      <pc:sldChg chg="addSp delSp modSp mod">
        <pc:chgData name="Gerardo Emir Sánchez Valdés" userId="977e6e96-89bc-4638-b34f-835c94de275c" providerId="ADAL" clId="{45173707-3CED-451D-820A-137ED202BF6E}" dt="2026-09-23T22:02:50.728" v="4342" actId="20577"/>
        <pc:sldMkLst>
          <pc:docMk/>
          <pc:sldMk cId="1785264773" sldId="256"/>
        </pc:sldMkLst>
        <pc:spChg chg="mod">
          <ac:chgData name="Gerardo Emir Sánchez Valdés" userId="977e6e96-89bc-4638-b34f-835c94de275c" providerId="ADAL" clId="{45173707-3CED-451D-820A-137ED202BF6E}" dt="2026-09-23T22:01:17.508" v="4327"/>
          <ac:spMkLst>
            <pc:docMk/>
            <pc:sldMk cId="1785264773" sldId="256"/>
            <ac:spMk id="2" creationId="{F191D366-B5B2-824D-9BE3-8F8B30FBCBAD}"/>
          </ac:spMkLst>
        </pc:spChg>
        <pc:spChg chg="mod">
          <ac:chgData name="Gerardo Emir Sánchez Valdés" userId="977e6e96-89bc-4638-b34f-835c94de275c" providerId="ADAL" clId="{45173707-3CED-451D-820A-137ED202BF6E}" dt="2026-09-23T22:02:50.728" v="4342" actId="20577"/>
          <ac:spMkLst>
            <pc:docMk/>
            <pc:sldMk cId="1785264773" sldId="256"/>
            <ac:spMk id="3" creationId="{47113D5A-DEC9-1E4C-A614-7B00D9A66BB0}"/>
          </ac:spMkLst>
        </pc:spChg>
        <pc:spChg chg="add mod">
          <ac:chgData name="Gerardo Emir Sánchez Valdés" userId="977e6e96-89bc-4638-b34f-835c94de275c" providerId="ADAL" clId="{45173707-3CED-451D-820A-137ED202BF6E}" dt="2026-09-23T22:01:09.358" v="4325"/>
          <ac:spMkLst>
            <pc:docMk/>
            <pc:sldMk cId="1785264773" sldId="256"/>
            <ac:spMk id="5" creationId="{084FE576-4DE7-D1BF-2013-32B702EE1C5F}"/>
          </ac:spMkLst>
        </pc:spChg>
      </pc:sldChg>
      <pc:sldChg chg="new del">
        <pc:chgData name="Gerardo Emir Sánchez Valdés" userId="977e6e96-89bc-4638-b34f-835c94de275c" providerId="ADAL" clId="{45173707-3CED-451D-820A-137ED202BF6E}" dt="2026-09-23T22:03:07.551" v="4345" actId="680"/>
        <pc:sldMkLst>
          <pc:docMk/>
          <pc:sldMk cId="2170565710" sldId="257"/>
        </pc:sldMkLst>
      </pc:sldChg>
      <pc:sldChg chg="new del">
        <pc:chgData name="Gerardo Emir Sánchez Valdés" userId="977e6e96-89bc-4638-b34f-835c94de275c" providerId="ADAL" clId="{45173707-3CED-451D-820A-137ED202BF6E}" dt="2026-09-23T22:03:11.435" v="4347" actId="680"/>
        <pc:sldMkLst>
          <pc:docMk/>
          <pc:sldMk cId="3934246049" sldId="257"/>
        </pc:sldMkLst>
      </pc:sldChg>
      <pc:sldChg chg="addSp delSp modSp new mod">
        <pc:chgData name="Gerardo Emir Sánchez Valdés" userId="977e6e96-89bc-4638-b34f-835c94de275c" providerId="ADAL" clId="{45173707-3CED-451D-820A-137ED202BF6E}" dt="2026-09-24T00:18:45.997" v="6454" actId="113"/>
        <pc:sldMkLst>
          <pc:docMk/>
          <pc:sldMk cId="4064496638" sldId="257"/>
        </pc:sldMkLst>
        <pc:spChg chg="del mod">
          <ac:chgData name="Gerardo Emir Sánchez Valdés" userId="977e6e96-89bc-4638-b34f-835c94de275c" providerId="ADAL" clId="{45173707-3CED-451D-820A-137ED202BF6E}" dt="2026-09-23T22:06:16" v="4508" actId="478"/>
          <ac:spMkLst>
            <pc:docMk/>
            <pc:sldMk cId="4064496638" sldId="257"/>
            <ac:spMk id="2" creationId="{72CBF5A3-1E40-FD4A-3730-95A2AC63E4BB}"/>
          </ac:spMkLst>
        </pc:spChg>
        <pc:spChg chg="add del mod">
          <ac:chgData name="Gerardo Emir Sánchez Valdés" userId="977e6e96-89bc-4638-b34f-835c94de275c" providerId="ADAL" clId="{45173707-3CED-451D-820A-137ED202BF6E}" dt="2026-09-23T22:06:20.439" v="4510" actId="478"/>
          <ac:spMkLst>
            <pc:docMk/>
            <pc:sldMk cId="4064496638" sldId="257"/>
            <ac:spMk id="8" creationId="{347F9CDD-FC11-8E43-CB3B-CFE976AED862}"/>
          </ac:spMkLst>
        </pc:spChg>
        <pc:spChg chg="add del mod">
          <ac:chgData name="Gerardo Emir Sánchez Valdés" userId="977e6e96-89bc-4638-b34f-835c94de275c" providerId="ADAL" clId="{45173707-3CED-451D-820A-137ED202BF6E}" dt="2026-09-23T22:07:18.386" v="4525"/>
          <ac:spMkLst>
            <pc:docMk/>
            <pc:sldMk cId="4064496638" sldId="257"/>
            <ac:spMk id="11" creationId="{D720894D-07FC-317D-6C54-61CC6FE0408D}"/>
          </ac:spMkLst>
        </pc:spChg>
        <pc:spChg chg="add mod">
          <ac:chgData name="Gerardo Emir Sánchez Valdés" userId="977e6e96-89bc-4638-b34f-835c94de275c" providerId="ADAL" clId="{45173707-3CED-451D-820A-137ED202BF6E}" dt="2026-09-23T22:21:16.959" v="4911" actId="1076"/>
          <ac:spMkLst>
            <pc:docMk/>
            <pc:sldMk cId="4064496638" sldId="257"/>
            <ac:spMk id="12" creationId="{D987DB32-7719-EBB9-EC1C-91826A076775}"/>
          </ac:spMkLst>
        </pc:spChg>
        <pc:spChg chg="add del mod">
          <ac:chgData name="Gerardo Emir Sánchez Valdés" userId="977e6e96-89bc-4638-b34f-835c94de275c" providerId="ADAL" clId="{45173707-3CED-451D-820A-137ED202BF6E}" dt="2026-09-23T22:07:38.339" v="4535"/>
          <ac:spMkLst>
            <pc:docMk/>
            <pc:sldMk cId="4064496638" sldId="257"/>
            <ac:spMk id="13" creationId="{E6EC76ED-5E18-7D97-2F20-36504656B6B5}"/>
          </ac:spMkLst>
        </pc:spChg>
        <pc:spChg chg="add mod">
          <ac:chgData name="Gerardo Emir Sánchez Valdés" userId="977e6e96-89bc-4638-b34f-835c94de275c" providerId="ADAL" clId="{45173707-3CED-451D-820A-137ED202BF6E}" dt="2026-09-23T22:21:20.911" v="4912" actId="1076"/>
          <ac:spMkLst>
            <pc:docMk/>
            <pc:sldMk cId="4064496638" sldId="257"/>
            <ac:spMk id="15" creationId="{F9B1EEF1-F25B-BD97-1468-EEEF8B4F8759}"/>
          </ac:spMkLst>
        </pc:spChg>
        <pc:spChg chg="add mod">
          <ac:chgData name="Gerardo Emir Sánchez Valdés" userId="977e6e96-89bc-4638-b34f-835c94de275c" providerId="ADAL" clId="{45173707-3CED-451D-820A-137ED202BF6E}" dt="2026-09-23T22:20:40.941" v="4904" actId="1076"/>
          <ac:spMkLst>
            <pc:docMk/>
            <pc:sldMk cId="4064496638" sldId="257"/>
            <ac:spMk id="16" creationId="{0BAD95C6-87EA-66C9-ECDE-60546A72F286}"/>
          </ac:spMkLst>
        </pc:spChg>
        <pc:spChg chg="add mod">
          <ac:chgData name="Gerardo Emir Sánchez Valdés" userId="977e6e96-89bc-4638-b34f-835c94de275c" providerId="ADAL" clId="{45173707-3CED-451D-820A-137ED202BF6E}" dt="2026-09-23T22:16:52.895" v="4857" actId="1076"/>
          <ac:spMkLst>
            <pc:docMk/>
            <pc:sldMk cId="4064496638" sldId="257"/>
            <ac:spMk id="17" creationId="{AF0F7348-D59A-8CD3-9EA9-A98C5E014E59}"/>
          </ac:spMkLst>
        </pc:spChg>
        <pc:spChg chg="add mod">
          <ac:chgData name="Gerardo Emir Sánchez Valdés" userId="977e6e96-89bc-4638-b34f-835c94de275c" providerId="ADAL" clId="{45173707-3CED-451D-820A-137ED202BF6E}" dt="2026-09-23T22:18:47.190" v="4877" actId="14100"/>
          <ac:spMkLst>
            <pc:docMk/>
            <pc:sldMk cId="4064496638" sldId="257"/>
            <ac:spMk id="18" creationId="{FD45ED73-14C3-14DB-87A7-1D4FB178F273}"/>
          </ac:spMkLst>
        </pc:spChg>
        <pc:spChg chg="add mod">
          <ac:chgData name="Gerardo Emir Sánchez Valdés" userId="977e6e96-89bc-4638-b34f-835c94de275c" providerId="ADAL" clId="{45173707-3CED-451D-820A-137ED202BF6E}" dt="2026-09-23T22:18:25.567" v="4868" actId="1076"/>
          <ac:spMkLst>
            <pc:docMk/>
            <pc:sldMk cId="4064496638" sldId="257"/>
            <ac:spMk id="19" creationId="{BF4E36BB-C31B-2BE4-2995-93E8885BE49D}"/>
          </ac:spMkLst>
        </pc:spChg>
        <pc:spChg chg="add del mod">
          <ac:chgData name="Gerardo Emir Sánchez Valdés" userId="977e6e96-89bc-4638-b34f-835c94de275c" providerId="ADAL" clId="{45173707-3CED-451D-820A-137ED202BF6E}" dt="2026-09-23T22:16:39.810" v="4849" actId="478"/>
          <ac:spMkLst>
            <pc:docMk/>
            <pc:sldMk cId="4064496638" sldId="257"/>
            <ac:spMk id="22" creationId="{48FE6FC0-AEF4-82F9-0806-9F0ABDF98B79}"/>
          </ac:spMkLst>
        </pc:spChg>
        <pc:spChg chg="add del mod">
          <ac:chgData name="Gerardo Emir Sánchez Valdés" userId="977e6e96-89bc-4638-b34f-835c94de275c" providerId="ADAL" clId="{45173707-3CED-451D-820A-137ED202BF6E}" dt="2026-09-23T22:16:40.280" v="4850" actId="478"/>
          <ac:spMkLst>
            <pc:docMk/>
            <pc:sldMk cId="4064496638" sldId="257"/>
            <ac:spMk id="24" creationId="{E36DC422-1E60-CFCF-61E2-C35A12F84FCC}"/>
          </ac:spMkLst>
        </pc:spChg>
        <pc:spChg chg="add del mod">
          <ac:chgData name="Gerardo Emir Sánchez Valdés" userId="977e6e96-89bc-4638-b34f-835c94de275c" providerId="ADAL" clId="{45173707-3CED-451D-820A-137ED202BF6E}" dt="2026-09-23T22:16:40.950" v="4851" actId="478"/>
          <ac:spMkLst>
            <pc:docMk/>
            <pc:sldMk cId="4064496638" sldId="257"/>
            <ac:spMk id="26" creationId="{EFD1B9FA-5582-3DD5-DF62-D241B30C54F1}"/>
          </ac:spMkLst>
        </pc:spChg>
        <pc:spChg chg="add del mod">
          <ac:chgData name="Gerardo Emir Sánchez Valdés" userId="977e6e96-89bc-4638-b34f-835c94de275c" providerId="ADAL" clId="{45173707-3CED-451D-820A-137ED202BF6E}" dt="2026-09-23T22:21:22.040" v="4914"/>
          <ac:spMkLst>
            <pc:docMk/>
            <pc:sldMk cId="4064496638" sldId="257"/>
            <ac:spMk id="70" creationId="{2BCE1567-9CAC-FE7F-6765-51100E1A78A4}"/>
          </ac:spMkLst>
        </pc:spChg>
        <pc:spChg chg="add mod">
          <ac:chgData name="Gerardo Emir Sánchez Valdés" userId="977e6e96-89bc-4638-b34f-835c94de275c" providerId="ADAL" clId="{45173707-3CED-451D-820A-137ED202BF6E}" dt="2026-09-24T00:18:45.997" v="6454" actId="113"/>
          <ac:spMkLst>
            <pc:docMk/>
            <pc:sldMk cId="4064496638" sldId="257"/>
            <ac:spMk id="75" creationId="{F29383CB-6CF9-24D4-E375-396C6DC099A4}"/>
          </ac:spMkLst>
        </pc:spChg>
        <pc:picChg chg="add del mod">
          <ac:chgData name="Gerardo Emir Sánchez Valdés" userId="977e6e96-89bc-4638-b34f-835c94de275c" providerId="ADAL" clId="{45173707-3CED-451D-820A-137ED202BF6E}" dt="2026-09-23T22:03:46.009" v="4352" actId="478"/>
          <ac:picMkLst>
            <pc:docMk/>
            <pc:sldMk cId="4064496638" sldId="257"/>
            <ac:picMk id="4" creationId="{25521EE1-806C-19C5-5C76-D987724871AF}"/>
          </ac:picMkLst>
        </pc:picChg>
        <pc:picChg chg="add mod modCrop">
          <ac:chgData name="Gerardo Emir Sánchez Valdés" userId="977e6e96-89bc-4638-b34f-835c94de275c" providerId="ADAL" clId="{45173707-3CED-451D-820A-137ED202BF6E}" dt="2026-09-24T00:18:41.067" v="6453" actId="1076"/>
          <ac:picMkLst>
            <pc:docMk/>
            <pc:sldMk cId="4064496638" sldId="257"/>
            <ac:picMk id="6" creationId="{3354968C-49CE-8AE7-FEE0-3268E75E82D0}"/>
          </ac:picMkLst>
        </pc:picChg>
        <pc:picChg chg="add del mod modCrop">
          <ac:chgData name="Gerardo Emir Sánchez Valdés" userId="977e6e96-89bc-4638-b34f-835c94de275c" providerId="ADAL" clId="{45173707-3CED-451D-820A-137ED202BF6E}" dt="2026-09-23T22:14:58.757" v="4819" actId="478"/>
          <ac:picMkLst>
            <pc:docMk/>
            <pc:sldMk cId="4064496638" sldId="257"/>
            <ac:picMk id="10" creationId="{7A8BF629-9DCB-85D1-D0E7-B40000A05D49}"/>
          </ac:picMkLst>
        </pc:picChg>
        <pc:picChg chg="add del mod modCrop">
          <ac:chgData name="Gerardo Emir Sánchez Valdés" userId="977e6e96-89bc-4638-b34f-835c94de275c" providerId="ADAL" clId="{45173707-3CED-451D-820A-137ED202BF6E}" dt="2026-09-23T22:16:38.768" v="4848" actId="478"/>
          <ac:picMkLst>
            <pc:docMk/>
            <pc:sldMk cId="4064496638" sldId="257"/>
            <ac:picMk id="21" creationId="{18D754E8-42BD-63BE-5CE5-80AD1219D318}"/>
          </ac:picMkLst>
        </pc:picChg>
        <pc:picChg chg="add mod">
          <ac:chgData name="Gerardo Emir Sánchez Valdés" userId="977e6e96-89bc-4638-b34f-835c94de275c" providerId="ADAL" clId="{45173707-3CED-451D-820A-137ED202BF6E}" dt="2026-09-23T22:18:36.006" v="4873" actId="1076"/>
          <ac:picMkLst>
            <pc:docMk/>
            <pc:sldMk cId="4064496638" sldId="257"/>
            <ac:picMk id="28" creationId="{25188E1C-47A8-219C-0086-466931BA6C67}"/>
          </ac:picMkLst>
        </pc:picChg>
        <pc:cxnChg chg="add mod">
          <ac:chgData name="Gerardo Emir Sánchez Valdés" userId="977e6e96-89bc-4638-b34f-835c94de275c" providerId="ADAL" clId="{45173707-3CED-451D-820A-137ED202BF6E}" dt="2026-09-23T22:21:20.911" v="4912" actId="1076"/>
          <ac:cxnSpMkLst>
            <pc:docMk/>
            <pc:sldMk cId="4064496638" sldId="257"/>
            <ac:cxnSpMk id="30" creationId="{D766AC56-5C8C-AD01-C7F8-54B088D11310}"/>
          </ac:cxnSpMkLst>
        </pc:cxnChg>
        <pc:cxnChg chg="add mod">
          <ac:chgData name="Gerardo Emir Sánchez Valdés" userId="977e6e96-89bc-4638-b34f-835c94de275c" providerId="ADAL" clId="{45173707-3CED-451D-820A-137ED202BF6E}" dt="2026-09-23T22:18:47.190" v="4877" actId="14100"/>
          <ac:cxnSpMkLst>
            <pc:docMk/>
            <pc:sldMk cId="4064496638" sldId="257"/>
            <ac:cxnSpMk id="33" creationId="{78574CF6-0F44-F19B-0F46-BE06603D93CF}"/>
          </ac:cxnSpMkLst>
        </pc:cxnChg>
        <pc:cxnChg chg="add mod">
          <ac:chgData name="Gerardo Emir Sánchez Valdés" userId="977e6e96-89bc-4638-b34f-835c94de275c" providerId="ADAL" clId="{45173707-3CED-451D-820A-137ED202BF6E}" dt="2026-09-23T22:18:33.022" v="4872" actId="14100"/>
          <ac:cxnSpMkLst>
            <pc:docMk/>
            <pc:sldMk cId="4064496638" sldId="257"/>
            <ac:cxnSpMk id="37" creationId="{F5108B2D-66BC-6C77-7386-0D11C9FE472D}"/>
          </ac:cxnSpMkLst>
        </pc:cxnChg>
        <pc:cxnChg chg="add mod">
          <ac:chgData name="Gerardo Emir Sánchez Valdés" userId="977e6e96-89bc-4638-b34f-835c94de275c" providerId="ADAL" clId="{45173707-3CED-451D-820A-137ED202BF6E}" dt="2026-09-23T22:18:51.646" v="4878" actId="14100"/>
          <ac:cxnSpMkLst>
            <pc:docMk/>
            <pc:sldMk cId="4064496638" sldId="257"/>
            <ac:cxnSpMk id="40" creationId="{C235C89A-CF01-1D38-2C5C-C36FC4B104AF}"/>
          </ac:cxnSpMkLst>
        </pc:cxnChg>
        <pc:cxnChg chg="add del mod">
          <ac:chgData name="Gerardo Emir Sánchez Valdés" userId="977e6e96-89bc-4638-b34f-835c94de275c" providerId="ADAL" clId="{45173707-3CED-451D-820A-137ED202BF6E}" dt="2026-09-23T22:19:19.573" v="4882" actId="478"/>
          <ac:cxnSpMkLst>
            <pc:docMk/>
            <pc:sldMk cId="4064496638" sldId="257"/>
            <ac:cxnSpMk id="45" creationId="{E0E193D5-D99D-0FFF-A838-0AE0031E359A}"/>
          </ac:cxnSpMkLst>
        </pc:cxnChg>
        <pc:cxnChg chg="add mod">
          <ac:chgData name="Gerardo Emir Sánchez Valdés" userId="977e6e96-89bc-4638-b34f-835c94de275c" providerId="ADAL" clId="{45173707-3CED-451D-820A-137ED202BF6E}" dt="2026-09-23T22:21:20.911" v="4912" actId="1076"/>
          <ac:cxnSpMkLst>
            <pc:docMk/>
            <pc:sldMk cId="4064496638" sldId="257"/>
            <ac:cxnSpMk id="48" creationId="{2F37CFCF-9E8A-C85D-17C4-7DBC8F5D6B55}"/>
          </ac:cxnSpMkLst>
        </pc:cxnChg>
        <pc:cxnChg chg="add mod">
          <ac:chgData name="Gerardo Emir Sánchez Valdés" userId="977e6e96-89bc-4638-b34f-835c94de275c" providerId="ADAL" clId="{45173707-3CED-451D-820A-137ED202BF6E}" dt="2026-09-23T22:21:20.911" v="4912" actId="1076"/>
          <ac:cxnSpMkLst>
            <pc:docMk/>
            <pc:sldMk cId="4064496638" sldId="257"/>
            <ac:cxnSpMk id="52" creationId="{E16F87EF-B54B-D33E-F9EC-193891E97204}"/>
          </ac:cxnSpMkLst>
        </pc:cxnChg>
        <pc:cxnChg chg="add mod">
          <ac:chgData name="Gerardo Emir Sánchez Valdés" userId="977e6e96-89bc-4638-b34f-835c94de275c" providerId="ADAL" clId="{45173707-3CED-451D-820A-137ED202BF6E}" dt="2026-09-23T22:21:04.493" v="4909" actId="208"/>
          <ac:cxnSpMkLst>
            <pc:docMk/>
            <pc:sldMk cId="4064496638" sldId="257"/>
            <ac:cxnSpMk id="57" creationId="{8C2DA4BC-3740-C9AE-A85E-64C5E7BB207D}"/>
          </ac:cxnSpMkLst>
        </pc:cxnChg>
        <pc:cxnChg chg="add mod">
          <ac:chgData name="Gerardo Emir Sánchez Valdés" userId="977e6e96-89bc-4638-b34f-835c94de275c" providerId="ADAL" clId="{45173707-3CED-451D-820A-137ED202BF6E}" dt="2026-09-23T22:20:58.080" v="4908" actId="208"/>
          <ac:cxnSpMkLst>
            <pc:docMk/>
            <pc:sldMk cId="4064496638" sldId="257"/>
            <ac:cxnSpMk id="67" creationId="{175B6AD8-0A54-42DD-6BAD-D22A1C74F7A2}"/>
          </ac:cxnSpMkLst>
        </pc:cxnChg>
      </pc:sldChg>
      <pc:sldChg chg="addSp delSp modSp new mod">
        <pc:chgData name="Gerardo Emir Sánchez Valdés" userId="977e6e96-89bc-4638-b34f-835c94de275c" providerId="ADAL" clId="{45173707-3CED-451D-820A-137ED202BF6E}" dt="2026-09-23T22:47:28.332" v="6116" actId="108"/>
        <pc:sldMkLst>
          <pc:docMk/>
          <pc:sldMk cId="3205251583" sldId="258"/>
        </pc:sldMkLst>
        <pc:spChg chg="mod">
          <ac:chgData name="Gerardo Emir Sánchez Valdés" userId="977e6e96-89bc-4638-b34f-835c94de275c" providerId="ADAL" clId="{45173707-3CED-451D-820A-137ED202BF6E}" dt="2026-09-23T22:47:28.332" v="6116" actId="108"/>
          <ac:spMkLst>
            <pc:docMk/>
            <pc:sldMk cId="3205251583" sldId="258"/>
            <ac:spMk id="2" creationId="{C61F8A78-32A1-BD93-E03E-C1E52AEF0847}"/>
          </ac:spMkLst>
        </pc:spChg>
        <pc:spChg chg="add mod">
          <ac:chgData name="Gerardo Emir Sánchez Valdés" userId="977e6e96-89bc-4638-b34f-835c94de275c" providerId="ADAL" clId="{45173707-3CED-451D-820A-137ED202BF6E}" dt="2026-09-23T22:38:43.619" v="6029" actId="12"/>
          <ac:spMkLst>
            <pc:docMk/>
            <pc:sldMk cId="3205251583" sldId="258"/>
            <ac:spMk id="6" creationId="{6CBF8A9A-2D08-F06A-F5FC-DC4E5DCB4F9E}"/>
          </ac:spMkLst>
        </pc:spChg>
        <pc:graphicFrameChg chg="add mod modGraphic">
          <ac:chgData name="Gerardo Emir Sánchez Valdés" userId="977e6e96-89bc-4638-b34f-835c94de275c" providerId="ADAL" clId="{45173707-3CED-451D-820A-137ED202BF6E}" dt="2026-09-23T22:37:07.970" v="6007" actId="1076"/>
          <ac:graphicFrameMkLst>
            <pc:docMk/>
            <pc:sldMk cId="3205251583" sldId="258"/>
            <ac:graphicFrameMk id="5" creationId="{325B77B9-7428-74A0-FF51-DDCB77CDF05D}"/>
          </ac:graphicFrameMkLst>
        </pc:graphicFrameChg>
        <pc:picChg chg="add del mod modCrop">
          <ac:chgData name="Gerardo Emir Sánchez Valdés" userId="977e6e96-89bc-4638-b34f-835c94de275c" providerId="ADAL" clId="{45173707-3CED-451D-820A-137ED202BF6E}" dt="2026-09-23T22:36:06.946" v="5991" actId="478"/>
          <ac:picMkLst>
            <pc:docMk/>
            <pc:sldMk cId="3205251583" sldId="258"/>
            <ac:picMk id="4" creationId="{469CD0A5-E61C-AB6F-083F-D0DB48E8FCE2}"/>
          </ac:picMkLst>
        </pc:picChg>
      </pc:sldChg>
      <pc:sldChg chg="addSp delSp modSp new mod">
        <pc:chgData name="Gerardo Emir Sánchez Valdés" userId="977e6e96-89bc-4638-b34f-835c94de275c" providerId="ADAL" clId="{45173707-3CED-451D-820A-137ED202BF6E}" dt="2026-09-23T22:47:16.152" v="6115" actId="27636"/>
        <pc:sldMkLst>
          <pc:docMk/>
          <pc:sldMk cId="3945393545" sldId="259"/>
        </pc:sldMkLst>
        <pc:spChg chg="mod">
          <ac:chgData name="Gerardo Emir Sánchez Valdés" userId="977e6e96-89bc-4638-b34f-835c94de275c" providerId="ADAL" clId="{45173707-3CED-451D-820A-137ED202BF6E}" dt="2026-09-23T22:47:16.152" v="6115" actId="27636"/>
          <ac:spMkLst>
            <pc:docMk/>
            <pc:sldMk cId="3945393545" sldId="259"/>
            <ac:spMk id="2" creationId="{A6CC6845-F48A-12C3-E583-D69966C25A75}"/>
          </ac:spMkLst>
        </pc:spChg>
        <pc:spChg chg="add mod">
          <ac:chgData name="Gerardo Emir Sánchez Valdés" userId="977e6e96-89bc-4638-b34f-835c94de275c" providerId="ADAL" clId="{45173707-3CED-451D-820A-137ED202BF6E}" dt="2026-09-23T22:47:01" v="6105" actId="208"/>
          <ac:spMkLst>
            <pc:docMk/>
            <pc:sldMk cId="3945393545" sldId="259"/>
            <ac:spMk id="9" creationId="{6AC6DB72-0C05-D830-EBD1-8F0388BD5930}"/>
          </ac:spMkLst>
        </pc:spChg>
        <pc:picChg chg="add del mod modCrop">
          <ac:chgData name="Gerardo Emir Sánchez Valdés" userId="977e6e96-89bc-4638-b34f-835c94de275c" providerId="ADAL" clId="{45173707-3CED-451D-820A-137ED202BF6E}" dt="2026-09-23T22:42:56.805" v="6040" actId="478"/>
          <ac:picMkLst>
            <pc:docMk/>
            <pc:sldMk cId="3945393545" sldId="259"/>
            <ac:picMk id="4" creationId="{45258A83-9B57-6ACC-7799-2AD8C0F2A910}"/>
          </ac:picMkLst>
        </pc:picChg>
        <pc:picChg chg="add del mod modCrop">
          <ac:chgData name="Gerardo Emir Sánchez Valdés" userId="977e6e96-89bc-4638-b34f-835c94de275c" providerId="ADAL" clId="{45173707-3CED-451D-820A-137ED202BF6E}" dt="2026-09-23T22:42:34.772" v="6030" actId="478"/>
          <ac:picMkLst>
            <pc:docMk/>
            <pc:sldMk cId="3945393545" sldId="259"/>
            <ac:picMk id="6" creationId="{F905F246-D680-A375-8003-72103AF8A70C}"/>
          </ac:picMkLst>
        </pc:picChg>
        <pc:picChg chg="add mod">
          <ac:chgData name="Gerardo Emir Sánchez Valdés" userId="977e6e96-89bc-4638-b34f-835c94de275c" providerId="ADAL" clId="{45173707-3CED-451D-820A-137ED202BF6E}" dt="2026-09-23T22:42:46.545" v="6036" actId="14100"/>
          <ac:picMkLst>
            <pc:docMk/>
            <pc:sldMk cId="3945393545" sldId="259"/>
            <ac:picMk id="8" creationId="{892846CF-FE0B-02E5-063B-ADF602107554}"/>
          </ac:picMkLst>
        </pc:picChg>
      </pc:sldChg>
      <pc:sldChg chg="addSp delSp modSp new mod">
        <pc:chgData name="Gerardo Emir Sánchez Valdés" userId="977e6e96-89bc-4638-b34f-835c94de275c" providerId="ADAL" clId="{45173707-3CED-451D-820A-137ED202BF6E}" dt="2026-09-23T23:05:28.904" v="6225" actId="20577"/>
        <pc:sldMkLst>
          <pc:docMk/>
          <pc:sldMk cId="1005736709" sldId="260"/>
        </pc:sldMkLst>
        <pc:spChg chg="mod">
          <ac:chgData name="Gerardo Emir Sánchez Valdés" userId="977e6e96-89bc-4638-b34f-835c94de275c" providerId="ADAL" clId="{45173707-3CED-451D-820A-137ED202BF6E}" dt="2026-09-23T22:49:42.127" v="6155" actId="1076"/>
          <ac:spMkLst>
            <pc:docMk/>
            <pc:sldMk cId="1005736709" sldId="260"/>
            <ac:spMk id="2" creationId="{18012B0B-9325-6304-9E72-ED170C7FE4EF}"/>
          </ac:spMkLst>
        </pc:spChg>
        <pc:spChg chg="add mod">
          <ac:chgData name="Gerardo Emir Sánchez Valdés" userId="977e6e96-89bc-4638-b34f-835c94de275c" providerId="ADAL" clId="{45173707-3CED-451D-820A-137ED202BF6E}" dt="2026-09-23T23:05:05.965" v="6222" actId="14100"/>
          <ac:spMkLst>
            <pc:docMk/>
            <pc:sldMk cId="1005736709" sldId="260"/>
            <ac:spMk id="3" creationId="{B110DEF5-26C0-01E4-DEE2-087709661C01}"/>
          </ac:spMkLst>
        </pc:spChg>
        <pc:spChg chg="add mod">
          <ac:chgData name="Gerardo Emir Sánchez Valdés" userId="977e6e96-89bc-4638-b34f-835c94de275c" providerId="ADAL" clId="{45173707-3CED-451D-820A-137ED202BF6E}" dt="2026-09-23T23:05:00.813" v="6221" actId="1038"/>
          <ac:spMkLst>
            <pc:docMk/>
            <pc:sldMk cId="1005736709" sldId="260"/>
            <ac:spMk id="5" creationId="{85C6EBAA-9994-A61B-8EE2-94CF488AC7AC}"/>
          </ac:spMkLst>
        </pc:spChg>
        <pc:spChg chg="add mod">
          <ac:chgData name="Gerardo Emir Sánchez Valdés" userId="977e6e96-89bc-4638-b34f-835c94de275c" providerId="ADAL" clId="{45173707-3CED-451D-820A-137ED202BF6E}" dt="2026-09-23T23:05:28.904" v="6225" actId="20577"/>
          <ac:spMkLst>
            <pc:docMk/>
            <pc:sldMk cId="1005736709" sldId="260"/>
            <ac:spMk id="7" creationId="{61251C7D-357E-6312-A78C-6F22D0A1B970}"/>
          </ac:spMkLst>
        </pc:spChg>
        <pc:picChg chg="add del mod">
          <ac:chgData name="Gerardo Emir Sánchez Valdés" userId="977e6e96-89bc-4638-b34f-835c94de275c" providerId="ADAL" clId="{45173707-3CED-451D-820A-137ED202BF6E}" dt="2026-09-23T23:02:10.996" v="6178" actId="478"/>
          <ac:picMkLst>
            <pc:docMk/>
            <pc:sldMk cId="1005736709" sldId="260"/>
            <ac:picMk id="9" creationId="{31441566-42E6-075A-D2B4-C55A4413AF44}"/>
          </ac:picMkLst>
        </pc:picChg>
        <pc:picChg chg="add del">
          <ac:chgData name="Gerardo Emir Sánchez Valdés" userId="977e6e96-89bc-4638-b34f-835c94de275c" providerId="ADAL" clId="{45173707-3CED-451D-820A-137ED202BF6E}" dt="2026-09-23T23:02:14.804" v="6180" actId="478"/>
          <ac:picMkLst>
            <pc:docMk/>
            <pc:sldMk cId="1005736709" sldId="260"/>
            <ac:picMk id="11" creationId="{EDDAA187-9B56-A7D4-8D4D-06EE795A7FEB}"/>
          </ac:picMkLst>
        </pc:picChg>
        <pc:picChg chg="add mod ord modCrop">
          <ac:chgData name="Gerardo Emir Sánchez Valdés" userId="977e6e96-89bc-4638-b34f-835c94de275c" providerId="ADAL" clId="{45173707-3CED-451D-820A-137ED202BF6E}" dt="2026-09-23T23:03:32.468" v="6206" actId="1076"/>
          <ac:picMkLst>
            <pc:docMk/>
            <pc:sldMk cId="1005736709" sldId="260"/>
            <ac:picMk id="13" creationId="{C905DF83-05C0-1362-C672-001F3436A9FF}"/>
          </ac:picMkLst>
        </pc:picChg>
      </pc:sldChg>
      <pc:sldChg chg="addSp delSp modSp new mod modClrScheme chgLayout">
        <pc:chgData name="Gerardo Emir Sánchez Valdés" userId="977e6e96-89bc-4638-b34f-835c94de275c" providerId="ADAL" clId="{45173707-3CED-451D-820A-137ED202BF6E}" dt="2026-09-23T23:21:04.351" v="6430" actId="1076"/>
        <pc:sldMkLst>
          <pc:docMk/>
          <pc:sldMk cId="1704066288" sldId="261"/>
        </pc:sldMkLst>
        <pc:spChg chg="mod">
          <ac:chgData name="Gerardo Emir Sánchez Valdés" userId="977e6e96-89bc-4638-b34f-835c94de275c" providerId="ADAL" clId="{45173707-3CED-451D-820A-137ED202BF6E}" dt="2026-09-23T23:20:41.977" v="6425" actId="26606"/>
          <ac:spMkLst>
            <pc:docMk/>
            <pc:sldMk cId="1704066288" sldId="261"/>
            <ac:spMk id="2" creationId="{29FB96E0-AAFE-CA81-AE18-35E2E7A0A3BC}"/>
          </ac:spMkLst>
        </pc:spChg>
        <pc:spChg chg="add mod">
          <ac:chgData name="Gerardo Emir Sánchez Valdés" userId="977e6e96-89bc-4638-b34f-835c94de275c" providerId="ADAL" clId="{45173707-3CED-451D-820A-137ED202BF6E}" dt="2026-09-23T23:21:04.351" v="6430" actId="1076"/>
          <ac:spMkLst>
            <pc:docMk/>
            <pc:sldMk cId="1704066288" sldId="261"/>
            <ac:spMk id="6" creationId="{0BF867A1-2A52-8658-9CE6-05406B14A3EB}"/>
          </ac:spMkLst>
        </pc:spChg>
        <pc:spChg chg="add del">
          <ac:chgData name="Gerardo Emir Sánchez Valdés" userId="977e6e96-89bc-4638-b34f-835c94de275c" providerId="ADAL" clId="{45173707-3CED-451D-820A-137ED202BF6E}" dt="2026-09-23T23:20:22.250" v="6417" actId="22"/>
          <ac:spMkLst>
            <pc:docMk/>
            <pc:sldMk cId="1704066288" sldId="261"/>
            <ac:spMk id="8" creationId="{2DF77803-EA09-7259-B856-4AE46907C89A}"/>
          </ac:spMkLst>
        </pc:spChg>
        <pc:spChg chg="add del">
          <ac:chgData name="Gerardo Emir Sánchez Valdés" userId="977e6e96-89bc-4638-b34f-835c94de275c" providerId="ADAL" clId="{45173707-3CED-451D-820A-137ED202BF6E}" dt="2026-09-23T23:20:23.289" v="6419" actId="22"/>
          <ac:spMkLst>
            <pc:docMk/>
            <pc:sldMk cId="1704066288" sldId="261"/>
            <ac:spMk id="10" creationId="{355BE874-606D-D60E-846B-73154205DEED}"/>
          </ac:spMkLst>
        </pc:spChg>
        <pc:picChg chg="add del mod modCrop">
          <ac:chgData name="Gerardo Emir Sánchez Valdés" userId="977e6e96-89bc-4638-b34f-835c94de275c" providerId="ADAL" clId="{45173707-3CED-451D-820A-137ED202BF6E}" dt="2026-09-23T23:20:18.900" v="6415" actId="478"/>
          <ac:picMkLst>
            <pc:docMk/>
            <pc:sldMk cId="1704066288" sldId="261"/>
            <ac:picMk id="4" creationId="{3890F617-B99B-8673-CE58-B147CEBE7D68}"/>
          </ac:picMkLst>
        </pc:picChg>
        <pc:picChg chg="add mod modCrop">
          <ac:chgData name="Gerardo Emir Sánchez Valdés" userId="977e6e96-89bc-4638-b34f-835c94de275c" providerId="ADAL" clId="{45173707-3CED-451D-820A-137ED202BF6E}" dt="2026-09-23T23:20:54.887" v="6429" actId="732"/>
          <ac:picMkLst>
            <pc:docMk/>
            <pc:sldMk cId="1704066288" sldId="261"/>
            <ac:picMk id="12" creationId="{7896753E-EBCA-7174-6534-0E51622C5FCF}"/>
          </ac:picMkLst>
        </pc:picChg>
      </pc:sldChg>
      <pc:sldChg chg="addSp modSp new mod">
        <pc:chgData name="Gerardo Emir Sánchez Valdés" userId="977e6e96-89bc-4638-b34f-835c94de275c" providerId="ADAL" clId="{45173707-3CED-451D-820A-137ED202BF6E}" dt="2026-09-23T23:19:58.177" v="6413" actId="113"/>
        <pc:sldMkLst>
          <pc:docMk/>
          <pc:sldMk cId="1897976595" sldId="262"/>
        </pc:sldMkLst>
        <pc:spChg chg="mod">
          <ac:chgData name="Gerardo Emir Sánchez Valdés" userId="977e6e96-89bc-4638-b34f-835c94de275c" providerId="ADAL" clId="{45173707-3CED-451D-820A-137ED202BF6E}" dt="2026-09-23T23:17:13.064" v="6377" actId="1076"/>
          <ac:spMkLst>
            <pc:docMk/>
            <pc:sldMk cId="1897976595" sldId="262"/>
            <ac:spMk id="2" creationId="{1DEB1CB3-2ED5-57B0-8BB4-EE38E493ED13}"/>
          </ac:spMkLst>
        </pc:spChg>
        <pc:spChg chg="add mod">
          <ac:chgData name="Gerardo Emir Sánchez Valdés" userId="977e6e96-89bc-4638-b34f-835c94de275c" providerId="ADAL" clId="{45173707-3CED-451D-820A-137ED202BF6E}" dt="2026-09-23T23:18:09.848" v="6384" actId="14100"/>
          <ac:spMkLst>
            <pc:docMk/>
            <pc:sldMk cId="1897976595" sldId="262"/>
            <ac:spMk id="5" creationId="{2EDFA7CF-98AE-65A2-4B89-E50AA5D6B828}"/>
          </ac:spMkLst>
        </pc:spChg>
        <pc:spChg chg="add mod">
          <ac:chgData name="Gerardo Emir Sánchez Valdés" userId="977e6e96-89bc-4638-b34f-835c94de275c" providerId="ADAL" clId="{45173707-3CED-451D-820A-137ED202BF6E}" dt="2026-09-23T23:16:34.312" v="6368" actId="14100"/>
          <ac:spMkLst>
            <pc:docMk/>
            <pc:sldMk cId="1897976595" sldId="262"/>
            <ac:spMk id="7" creationId="{D066837E-B9EF-B02F-E315-1B24B4159753}"/>
          </ac:spMkLst>
        </pc:spChg>
        <pc:spChg chg="add mod">
          <ac:chgData name="Gerardo Emir Sánchez Valdés" userId="977e6e96-89bc-4638-b34f-835c94de275c" providerId="ADAL" clId="{45173707-3CED-451D-820A-137ED202BF6E}" dt="2026-09-23T23:16:38.656" v="6370" actId="14100"/>
          <ac:spMkLst>
            <pc:docMk/>
            <pc:sldMk cId="1897976595" sldId="262"/>
            <ac:spMk id="8" creationId="{940ED2B0-CB3F-18CA-FBE7-19FCE4214373}"/>
          </ac:spMkLst>
        </pc:spChg>
        <pc:spChg chg="add mod">
          <ac:chgData name="Gerardo Emir Sánchez Valdés" userId="977e6e96-89bc-4638-b34f-835c94de275c" providerId="ADAL" clId="{45173707-3CED-451D-820A-137ED202BF6E}" dt="2026-09-23T23:19:58.177" v="6413" actId="113"/>
          <ac:spMkLst>
            <pc:docMk/>
            <pc:sldMk cId="1897976595" sldId="262"/>
            <ac:spMk id="9" creationId="{7061C5BE-A0A5-CF87-AE76-F4A4FE6BFC1F}"/>
          </ac:spMkLst>
        </pc:spChg>
        <pc:picChg chg="add mod">
          <ac:chgData name="Gerardo Emir Sánchez Valdés" userId="977e6e96-89bc-4638-b34f-835c94de275c" providerId="ADAL" clId="{45173707-3CED-451D-820A-137ED202BF6E}" dt="2026-09-23T23:16:28.888" v="6366" actId="14100"/>
          <ac:picMkLst>
            <pc:docMk/>
            <pc:sldMk cId="1897976595" sldId="262"/>
            <ac:picMk id="4" creationId="{355B85D7-2599-97CB-DB7C-13891F0CA88B}"/>
          </ac:picMkLst>
        </pc:picChg>
      </pc:sldChg>
      <pc:sldChg chg="new del">
        <pc:chgData name="Gerardo Emir Sánchez Valdés" userId="977e6e96-89bc-4638-b34f-835c94de275c" providerId="ADAL" clId="{45173707-3CED-451D-820A-137ED202BF6E}" dt="2026-09-24T00:17:14.385" v="6431" actId="47"/>
        <pc:sldMkLst>
          <pc:docMk/>
          <pc:sldMk cId="2341235778" sldId="263"/>
        </pc:sldMkLst>
      </pc:sldChg>
      <pc:sldChg chg="addSp delSp modSp del mod">
        <pc:chgData name="Gerardo Emir Sánchez Valdés" userId="977e6e96-89bc-4638-b34f-835c94de275c" providerId="ADAL" clId="{45173707-3CED-451D-820A-137ED202BF6E}" dt="2026-09-23T22:03:03.703" v="4343" actId="47"/>
        <pc:sldMkLst>
          <pc:docMk/>
          <pc:sldMk cId="3654106243" sldId="281"/>
        </pc:sldMkLst>
        <pc:spChg chg="add mod">
          <ac:chgData name="Gerardo Emir Sánchez Valdés" userId="977e6e96-89bc-4638-b34f-835c94de275c" providerId="ADAL" clId="{45173707-3CED-451D-820A-137ED202BF6E}" dt="2026-09-23T20:46:30.404" v="4258"/>
          <ac:spMkLst>
            <pc:docMk/>
            <pc:sldMk cId="3654106243" sldId="281"/>
            <ac:spMk id="58" creationId="{D450D754-F46B-EBBF-98CF-8C17ED722334}"/>
          </ac:spMkLst>
        </pc:spChg>
      </pc:sldChg>
      <pc:sldChg chg="addSp delSp modSp add del mod">
        <pc:chgData name="Gerardo Emir Sánchez Valdés" userId="977e6e96-89bc-4638-b34f-835c94de275c" providerId="ADAL" clId="{45173707-3CED-451D-820A-137ED202BF6E}" dt="2026-09-23T22:03:03.703" v="4343" actId="47"/>
        <pc:sldMkLst>
          <pc:docMk/>
          <pc:sldMk cId="1801909673" sldId="282"/>
        </pc:sldMkLst>
      </pc:sldChg>
      <pc:sldChg chg="addSp delSp modSp add del mod">
        <pc:chgData name="Gerardo Emir Sánchez Valdés" userId="977e6e96-89bc-4638-b34f-835c94de275c" providerId="ADAL" clId="{45173707-3CED-451D-820A-137ED202BF6E}" dt="2026-09-23T22:03:03.703" v="4343" actId="47"/>
        <pc:sldMkLst>
          <pc:docMk/>
          <pc:sldMk cId="335326804" sldId="283"/>
        </pc:sldMkLst>
      </pc:sldChg>
      <pc:sldChg chg="addSp modSp add del mod">
        <pc:chgData name="Gerardo Emir Sánchez Valdés" userId="977e6e96-89bc-4638-b34f-835c94de275c" providerId="ADAL" clId="{45173707-3CED-451D-820A-137ED202BF6E}" dt="2026-09-23T22:03:03.703" v="4343" actId="47"/>
        <pc:sldMkLst>
          <pc:docMk/>
          <pc:sldMk cId="1070716599" sldId="284"/>
        </pc:sldMkLst>
      </pc:sldChg>
      <pc:sldChg chg="addSp delSp modSp add del mod">
        <pc:chgData name="Gerardo Emir Sánchez Valdés" userId="977e6e96-89bc-4638-b34f-835c94de275c" providerId="ADAL" clId="{45173707-3CED-451D-820A-137ED202BF6E}" dt="2026-09-23T22:03:03.703" v="4343" actId="47"/>
        <pc:sldMkLst>
          <pc:docMk/>
          <pc:sldMk cId="2815938938" sldId="285"/>
        </pc:sldMkLst>
      </pc:sldChg>
      <pc:sldChg chg="addSp delSp modSp add del mod">
        <pc:chgData name="Gerardo Emir Sánchez Valdés" userId="977e6e96-89bc-4638-b34f-835c94de275c" providerId="ADAL" clId="{45173707-3CED-451D-820A-137ED202BF6E}" dt="2026-09-23T22:03:03.703" v="4343" actId="47"/>
        <pc:sldMkLst>
          <pc:docMk/>
          <pc:sldMk cId="471848315" sldId="286"/>
        </pc:sldMkLst>
      </pc:sldChg>
      <pc:sldChg chg="addSp delSp modSp add del mod">
        <pc:chgData name="Gerardo Emir Sánchez Valdés" userId="977e6e96-89bc-4638-b34f-835c94de275c" providerId="ADAL" clId="{45173707-3CED-451D-820A-137ED202BF6E}" dt="2026-09-23T22:03:03.703" v="4343" actId="47"/>
        <pc:sldMkLst>
          <pc:docMk/>
          <pc:sldMk cId="139544517" sldId="287"/>
        </pc:sldMkLst>
      </pc:sldChg>
      <pc:sldChg chg="addSp delSp modSp add del mod">
        <pc:chgData name="Gerardo Emir Sánchez Valdés" userId="977e6e96-89bc-4638-b34f-835c94de275c" providerId="ADAL" clId="{45173707-3CED-451D-820A-137ED202BF6E}" dt="2026-09-23T22:03:03.703" v="4343" actId="47"/>
        <pc:sldMkLst>
          <pc:docMk/>
          <pc:sldMk cId="1570650523" sldId="288"/>
        </pc:sldMkLst>
      </pc:sldChg>
      <pc:sldChg chg="addSp delSp modSp add del mod">
        <pc:chgData name="Gerardo Emir Sánchez Valdés" userId="977e6e96-89bc-4638-b34f-835c94de275c" providerId="ADAL" clId="{45173707-3CED-451D-820A-137ED202BF6E}" dt="2026-09-23T22:03:03.703" v="4343" actId="47"/>
        <pc:sldMkLst>
          <pc:docMk/>
          <pc:sldMk cId="432103637" sldId="289"/>
        </pc:sldMkLst>
      </pc:sldChg>
      <pc:sldChg chg="addSp delSp modSp add del mod">
        <pc:chgData name="Gerardo Emir Sánchez Valdés" userId="977e6e96-89bc-4638-b34f-835c94de275c" providerId="ADAL" clId="{45173707-3CED-451D-820A-137ED202BF6E}" dt="2026-09-23T22:03:03.703" v="4343" actId="47"/>
        <pc:sldMkLst>
          <pc:docMk/>
          <pc:sldMk cId="789842797" sldId="290"/>
        </pc:sldMkLst>
      </pc:sldChg>
      <pc:sldChg chg="addSp delSp modSp add del mod ord">
        <pc:chgData name="Gerardo Emir Sánchez Valdés" userId="977e6e96-89bc-4638-b34f-835c94de275c" providerId="ADAL" clId="{45173707-3CED-451D-820A-137ED202BF6E}" dt="2026-09-23T22:03:03.703" v="4343" actId="47"/>
        <pc:sldMkLst>
          <pc:docMk/>
          <pc:sldMk cId="445012836" sldId="291"/>
        </pc:sldMkLst>
      </pc:sldChg>
      <pc:sldChg chg="addSp delSp modSp add del mod">
        <pc:chgData name="Gerardo Emir Sánchez Valdés" userId="977e6e96-89bc-4638-b34f-835c94de275c" providerId="ADAL" clId="{45173707-3CED-451D-820A-137ED202BF6E}" dt="2026-09-23T22:03:03.703" v="4343" actId="47"/>
        <pc:sldMkLst>
          <pc:docMk/>
          <pc:sldMk cId="2918297269" sldId="293"/>
        </pc:sldMkLst>
      </pc:sldChg>
      <pc:sldChg chg="addSp modSp new del mod">
        <pc:chgData name="Gerardo Emir Sánchez Valdés" userId="977e6e96-89bc-4638-b34f-835c94de275c" providerId="ADAL" clId="{45173707-3CED-451D-820A-137ED202BF6E}" dt="2026-09-23T22:03:03.703" v="4343" actId="47"/>
        <pc:sldMkLst>
          <pc:docMk/>
          <pc:sldMk cId="2701359368" sldId="294"/>
        </pc:sldMkLst>
      </pc:sldChg>
      <pc:sldChg chg="addSp delSp modSp new del mod">
        <pc:chgData name="Gerardo Emir Sánchez Valdés" userId="977e6e96-89bc-4638-b34f-835c94de275c" providerId="ADAL" clId="{45173707-3CED-451D-820A-137ED202BF6E}" dt="2026-09-23T22:03:03.703" v="4343" actId="47"/>
        <pc:sldMkLst>
          <pc:docMk/>
          <pc:sldMk cId="3119761310" sldId="295"/>
        </pc:sldMkLst>
      </pc:sldChg>
      <pc:sldChg chg="addSp delSp modSp new del mod">
        <pc:chgData name="Gerardo Emir Sánchez Valdés" userId="977e6e96-89bc-4638-b34f-835c94de275c" providerId="ADAL" clId="{45173707-3CED-451D-820A-137ED202BF6E}" dt="2026-09-23T22:03:03.703" v="4343" actId="47"/>
        <pc:sldMkLst>
          <pc:docMk/>
          <pc:sldMk cId="3815964159" sldId="296"/>
        </pc:sldMkLst>
      </pc:sldChg>
      <pc:sldChg chg="addSp delSp modSp new del mod">
        <pc:chgData name="Gerardo Emir Sánchez Valdés" userId="977e6e96-89bc-4638-b34f-835c94de275c" providerId="ADAL" clId="{45173707-3CED-451D-820A-137ED202BF6E}" dt="2026-09-23T22:03:03.703" v="4343" actId="47"/>
        <pc:sldMkLst>
          <pc:docMk/>
          <pc:sldMk cId="3238448912" sldId="29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E4C0DF-04C7-42CE-BD5A-CC80E02A054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DA14F8-59CE-4030-B791-EE4BE383DEA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10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Bienvenidos al módulo de Visión Artificial. En robótica móvil y manipuladores continuos, los algoritmos de control no 'ven' colores ni objetos mágicamente: operan sobre números en matrices. Si dominan cómo indexar, operar y extraer datos de esa matriz desde hoy, programar la detección con YOLO o el guiado visual del robot arácnido hacia el cajón en las siguientes sesiones será directo. Hoy saldrán con su primera captura verificada del reto en su repositorio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A14F8-59CE-4030-B791-EE4BE383DEA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100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6B0210-58F5-554F-B521-A9F07F3425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1764" y="1520791"/>
            <a:ext cx="6808270" cy="3012707"/>
          </a:xfrm>
        </p:spPr>
        <p:txBody>
          <a:bodyPr anchor="b"/>
          <a:lstStyle>
            <a:lvl1pPr algn="l">
              <a:defRPr sz="6000" b="1" i="0" baseline="0">
                <a:solidFill>
                  <a:schemeClr val="bg1"/>
                </a:solidFill>
                <a:latin typeface="Neue Haas Grotesk Display Pro 4" panose="020B0204020202020204" pitchFamily="34" charset="77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0DC3B50-A47D-8D4D-8023-314C520F04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1764" y="4889634"/>
            <a:ext cx="6808270" cy="974558"/>
          </a:xfrm>
        </p:spPr>
        <p:txBody>
          <a:bodyPr/>
          <a:lstStyle>
            <a:lvl1pPr marL="0" indent="0" algn="l">
              <a:buNone/>
              <a:defRPr sz="2400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modificar el estilo de subtítulo del patrón</a:t>
            </a:r>
            <a:endParaRPr lang="es-MX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2495A6-DE31-054C-9AB5-9D35FF23D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233D4-C32E-0143-B83A-81C14DE8EC6F}" type="datetimeFigureOut">
              <a:rPr lang="es-MX" smtClean="0"/>
              <a:t>23/09/2026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0790CD-96AB-954D-B011-EC7603B0A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B252D9-6DAE-2A41-BD1E-50CB6002F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FA6D5-6AEE-1E41-A7B9-BD4C3BA62F8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70565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92BE48-BC0B-4147-A915-CC7B1FAC32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6703B9E-0A3F-E544-83E9-CF2960ADD9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modificar el estilo de subtítulo del patrón</a:t>
            </a:r>
            <a:endParaRPr lang="es-MX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7BD2CD-BB6F-2A4B-A643-E77BC1908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C0F0E-10E5-3147-B9B0-0DDBC6FDE2EC}" type="datetimeFigureOut">
              <a:rPr lang="es-MX" smtClean="0"/>
              <a:t>23/09/2026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BEB1DA-88CA-794B-84F5-D8E6A8E75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0CD3C8-B7C2-984E-89DE-76A610F57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4394-B3F3-9345-B39E-E4042606BF1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22024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F06B87F-E89B-CE46-B1A2-E018C985F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C0F0E-10E5-3147-B9B0-0DDBC6FDE2EC}" type="datetimeFigureOut">
              <a:rPr lang="es-MX" smtClean="0"/>
              <a:t>23/09/2026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84BEDA2-BBEB-6843-8622-67AA394A8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E5B1E75-B964-9342-97BA-B3028FBF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4394-B3F3-9345-B39E-E4042606BF1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76245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02D27D9-2907-264D-AA5F-61396A375B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" y="1328286"/>
            <a:ext cx="12192000" cy="48992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69D7A54-989D-0D42-9F19-5E5D88354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9912" y="457200"/>
            <a:ext cx="6179419" cy="8710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5BE21D2-B7B3-B04F-B5FB-92F21A873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C0F0E-10E5-3147-B9B0-0DDBC6FDE2EC}" type="datetimeFigureOut">
              <a:rPr lang="es-MX" smtClean="0"/>
              <a:t>23/09/2026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05AFDAB-8589-B14A-BAB9-42706CF3A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D2C795F-CE52-AB49-8C4D-676011E67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4394-B3F3-9345-B39E-E4042606BF1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09337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738C66-A42E-C941-A488-1E31473B3D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72D67E2-90ED-B745-AF8D-E0613AA500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672014-588B-1845-A8A2-BF7B997FB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AD507-608B-CC45-8204-721B42B21690}" type="datetimeFigureOut">
              <a:rPr lang="es-MX" smtClean="0"/>
              <a:t>23/09/2026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C2D1A1-F717-F340-802E-B7E982B6B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8DEB20-A96E-5D40-A420-916BA2884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51725-938A-374B-AAC7-5D7ED71FB7E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89868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505599-C161-0D43-A036-722A09C9A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74E013-C58F-514C-8483-2D22599B8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2B8999-B447-484E-BEDC-751712A7F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AD507-608B-CC45-8204-721B42B21690}" type="datetimeFigureOut">
              <a:rPr lang="es-MX" smtClean="0"/>
              <a:t>23/09/2026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A258E1-6475-BF48-BBF6-F22E21FCE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DE20FC-A321-3D4B-820C-D98E7C002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51725-938A-374B-AAC7-5D7ED71FB7E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85644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34FD4D-294E-5E4F-8CE7-30196521E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DFBA3E6-8710-6A46-A85A-A89B4470D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AD507-608B-CC45-8204-721B42B21690}" type="datetimeFigureOut">
              <a:rPr lang="es-MX" smtClean="0"/>
              <a:t>23/09/2026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CFB1217-9C09-FC48-B346-4ED6392CD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3101B43-CAD8-2644-ADC9-3F486FECF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51725-938A-374B-AAC7-5D7ED71FB7E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75438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jpg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27DFD32-E602-6546-9237-D0349148C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96B292F-68A3-934D-AF87-7F32AF8461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s-ES" dirty="0"/>
              <a:t>Editar los estilos de texto del patrón
Segundo nivel
Tercer nivel
Cuarto nivel
Quinto nivel</a:t>
            </a:r>
            <a:endParaRPr lang="es-MX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242B4C-4C69-594B-B724-DEED8BE4DF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E233D4-C32E-0143-B83A-81C14DE8EC6F}" type="datetimeFigureOut">
              <a:rPr lang="es-MX" smtClean="0"/>
              <a:t>23/09/2026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511125-126B-9941-9BA1-EF1087ADF9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8CEF7C-135B-2F46-9994-7AFAF1F9D9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FA6D5-6AEE-1E41-A7B9-BD4C3BA62F8B}" type="slidenum">
              <a:rPr lang="es-MX" smtClean="0"/>
              <a:t>‹Nº›</a:t>
            </a:fld>
            <a:endParaRPr lang="es-MX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A75A52B-3458-7043-A384-6E9A72BA96A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9625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310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A3AF2DFC-D9A2-E04A-86D1-9AB33BB013C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67C0225-760E-4D44-AA18-C6E92F5F0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6442"/>
            <a:ext cx="10515600" cy="8629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E3BBB80-61D8-EA40-86F3-40CD8D77F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454441"/>
            <a:ext cx="10515600" cy="37225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s-ES" dirty="0"/>
              <a:t>Editar los estilos de texto del patrón
Segundo nivel
Tercer nivel
Cuarto nivel
Quinto nivel</a:t>
            </a:r>
            <a:endParaRPr lang="es-MX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FF4B52-D0DF-4E4E-947F-F1E4FEEE90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5C0F0E-10E5-3147-B9B0-0DDBC6FDE2EC}" type="datetimeFigureOut">
              <a:rPr lang="es-MX" smtClean="0"/>
              <a:t>23/09/2026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1135B4-F12F-8548-8F21-E6E338212A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1AB7FB-B25B-C74A-8639-7C6A0098FF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4E4394-B3F3-9345-B39E-E4042606BF1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57127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7" r:id="rId2"/>
    <p:sldLayoutId id="2147483659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i="0" kern="1200" baseline="0">
          <a:solidFill>
            <a:schemeClr val="bg1">
              <a:lumMod val="65000"/>
            </a:schemeClr>
          </a:solidFill>
          <a:latin typeface="Neue Haas Grotesk Display Pro 5" panose="020B0504020202020204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6A19D725-BF5C-D44E-B121-561AE19342A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7706317-FA56-5E4E-A412-526DFD214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3481"/>
            <a:ext cx="6457749" cy="10786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83DFC8D-F854-A942-B211-4DC071D14D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s-ES" dirty="0"/>
              <a:t>Editar los estilos de texto del patrón
Segundo nivel
Tercer nivel
Cuarto nivel
Quinto nivel</a:t>
            </a:r>
            <a:endParaRPr lang="es-MX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E67154-B831-4441-BA8A-E18A57C695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0983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5AD507-608B-CC45-8204-721B42B21690}" type="datetimeFigureOut">
              <a:rPr lang="es-MX" smtClean="0"/>
              <a:t>23/09/2026</a:t>
            </a:fld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BD7F89-55F7-4541-831C-BBE0CA902E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60016" y="6356350"/>
            <a:ext cx="15937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D51725-938A-374B-AAC7-5D7ED71FB7E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82747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8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i="0" kern="1200" baseline="0">
          <a:solidFill>
            <a:schemeClr val="bg1">
              <a:lumMod val="50000"/>
            </a:schemeClr>
          </a:solidFill>
          <a:latin typeface="Neue Haas Grotesk Display Pro 5" panose="020B0504020202020204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GerardoEmirSanchez/rl-hexapod-continuum-wsl2/blob/main/01-WSL2-RL.md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91D366-B5B2-824D-9BE3-8F8B30FBCB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888" y="1735667"/>
            <a:ext cx="7170379" cy="1789422"/>
          </a:xfrm>
        </p:spPr>
        <p:txBody>
          <a:bodyPr/>
          <a:lstStyle/>
          <a:p>
            <a:r>
              <a:rPr lang="es-MX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MR3005C</a:t>
            </a:r>
            <a:r>
              <a:rPr lang="es-MX" noProof="0" dirty="0"/>
              <a:t>:</a:t>
            </a:r>
            <a:br>
              <a:rPr lang="es-MX" noProof="0" dirty="0"/>
            </a:br>
            <a:r>
              <a:rPr lang="es-MX" noProof="0" dirty="0"/>
              <a:t> </a:t>
            </a:r>
            <a:r>
              <a:rPr lang="es-MX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Sistemas Ciberfísicos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113D5A-DEC9-1E4C-A614-7B00D9A66B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42867" y="5795285"/>
            <a:ext cx="3649133" cy="974558"/>
          </a:xfrm>
        </p:spPr>
        <p:txBody>
          <a:bodyPr>
            <a:normAutofit fontScale="92500" lnSpcReduction="20000"/>
          </a:bodyPr>
          <a:lstStyle/>
          <a:p>
            <a:r>
              <a:rPr lang="es-MX" noProof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MSc</a:t>
            </a:r>
            <a:r>
              <a:rPr lang="es-MX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G. Emir Sánchez Valdés, </a:t>
            </a:r>
          </a:p>
          <a:p>
            <a:r>
              <a:rPr lang="es-MX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Dr. Héctor Cervantes Culebro, hector_cervantes@tec.mx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4FE576-4DE7-D1BF-2013-32B702EE1C5F}"/>
              </a:ext>
            </a:extLst>
          </p:cNvPr>
          <p:cNvSpPr txBox="1"/>
          <p:nvPr/>
        </p:nvSpPr>
        <p:spPr>
          <a:xfrm>
            <a:off x="3405716" y="3525088"/>
            <a:ext cx="86680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FUNDAMENTOS DEL APRENDIZAJE POR REFUERZO (HCC).</a:t>
            </a:r>
            <a:endParaRPr lang="es-MX" sz="28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85264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3354968C-49CE-8AE7-FEE0-3268E75E82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184" r="46477"/>
          <a:stretch>
            <a:fillRect/>
          </a:stretch>
        </p:blipFill>
        <p:spPr>
          <a:xfrm>
            <a:off x="102145" y="1582314"/>
            <a:ext cx="5326733" cy="4826262"/>
          </a:xfrm>
          <a:prstGeom prst="rect">
            <a:avLst/>
          </a:prstGeom>
        </p:spPr>
      </p:pic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D987DB32-7719-EBB9-EC1C-91826A076775}"/>
              </a:ext>
            </a:extLst>
          </p:cNvPr>
          <p:cNvSpPr/>
          <p:nvPr/>
        </p:nvSpPr>
        <p:spPr>
          <a:xfrm>
            <a:off x="6494154" y="1365677"/>
            <a:ext cx="1884783" cy="65314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>
                <a:solidFill>
                  <a:schemeClr val="tx1"/>
                </a:solidFill>
              </a:rPr>
              <a:t>Precepción Visual (Módulo 8)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F9B1EEF1-F25B-BD97-1468-EEEF8B4F8759}"/>
              </a:ext>
            </a:extLst>
          </p:cNvPr>
          <p:cNvSpPr/>
          <p:nvPr/>
        </p:nvSpPr>
        <p:spPr>
          <a:xfrm>
            <a:off x="9093324" y="1365677"/>
            <a:ext cx="1884783" cy="65314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>
                <a:solidFill>
                  <a:schemeClr val="tx1"/>
                </a:solidFill>
              </a:rPr>
              <a:t>Ubicación XYZ</a:t>
            </a:r>
          </a:p>
          <a:p>
            <a:pPr algn="ctr"/>
            <a:r>
              <a:rPr lang="es-MX" sz="1600" dirty="0">
                <a:solidFill>
                  <a:schemeClr val="tx1"/>
                </a:solidFill>
              </a:rPr>
              <a:t>(</a:t>
            </a:r>
            <a:r>
              <a:rPr lang="es-MX" sz="1600" dirty="0" err="1">
                <a:solidFill>
                  <a:schemeClr val="tx1"/>
                </a:solidFill>
              </a:rPr>
              <a:t>Ej</a:t>
            </a:r>
            <a:r>
              <a:rPr lang="es-MX" sz="1600" dirty="0">
                <a:solidFill>
                  <a:schemeClr val="tx1"/>
                </a:solidFill>
              </a:rPr>
              <a:t>: ArUco/Yolo)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0BAD95C6-87EA-66C9-ECDE-60546A72F286}"/>
              </a:ext>
            </a:extLst>
          </p:cNvPr>
          <p:cNvSpPr/>
          <p:nvPr/>
        </p:nvSpPr>
        <p:spPr>
          <a:xfrm>
            <a:off x="6417116" y="2367972"/>
            <a:ext cx="1884783" cy="65314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>
                <a:solidFill>
                  <a:schemeClr val="tx1"/>
                </a:solidFill>
              </a:rPr>
              <a:t>¿Cómo controlar el robot?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AF0F7348-D59A-8CD3-9EA9-A98C5E014E59}"/>
              </a:ext>
            </a:extLst>
          </p:cNvPr>
          <p:cNvSpPr/>
          <p:nvPr/>
        </p:nvSpPr>
        <p:spPr>
          <a:xfrm>
            <a:off x="8662965" y="2691079"/>
            <a:ext cx="2497493" cy="65314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>
                <a:solidFill>
                  <a:schemeClr val="tx1"/>
                </a:solidFill>
              </a:rPr>
              <a:t>Control Clásico mediante Modelado Analítico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FD45ED73-14C3-14DB-87A7-1D4FB178F273}"/>
              </a:ext>
            </a:extLst>
          </p:cNvPr>
          <p:cNvSpPr/>
          <p:nvPr/>
        </p:nvSpPr>
        <p:spPr>
          <a:xfrm>
            <a:off x="8945333" y="5854578"/>
            <a:ext cx="2400848" cy="65314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>
                <a:solidFill>
                  <a:schemeClr val="tx1"/>
                </a:solidFill>
              </a:rPr>
              <a:t>Control por RL </a:t>
            </a:r>
          </a:p>
          <a:p>
            <a:pPr algn="ctr"/>
            <a:r>
              <a:rPr lang="es-MX" sz="1600" dirty="0">
                <a:solidFill>
                  <a:schemeClr val="tx1"/>
                </a:solidFill>
              </a:rPr>
              <a:t>(Aprender Interactuando)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BF4E36BB-C31B-2BE4-2995-93E8885BE49D}"/>
              </a:ext>
            </a:extLst>
          </p:cNvPr>
          <p:cNvSpPr/>
          <p:nvPr/>
        </p:nvSpPr>
        <p:spPr>
          <a:xfrm>
            <a:off x="6494154" y="5856996"/>
            <a:ext cx="1884783" cy="65314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>
                <a:solidFill>
                  <a:schemeClr val="tx1"/>
                </a:solidFill>
              </a:rPr>
              <a:t>Módulo 9</a:t>
            </a: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25188E1C-47A8-219C-0086-466931BA6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922" y="3482341"/>
            <a:ext cx="4233185" cy="2161101"/>
          </a:xfrm>
          <a:prstGeom prst="rect">
            <a:avLst/>
          </a:prstGeom>
        </p:spPr>
      </p:pic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D766AC56-5C8C-AD01-C7F8-54B088D11310}"/>
              </a:ext>
            </a:extLst>
          </p:cNvPr>
          <p:cNvCxnSpPr>
            <a:cxnSpLocks/>
            <a:stCxn id="12" idx="3"/>
            <a:endCxn id="15" idx="1"/>
          </p:cNvCxnSpPr>
          <p:nvPr/>
        </p:nvCxnSpPr>
        <p:spPr>
          <a:xfrm>
            <a:off x="8378937" y="1692249"/>
            <a:ext cx="71438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78574CF6-0F44-F19B-0F46-BE06603D93CF}"/>
              </a:ext>
            </a:extLst>
          </p:cNvPr>
          <p:cNvCxnSpPr>
            <a:cxnSpLocks/>
            <a:stCxn id="19" idx="3"/>
            <a:endCxn id="18" idx="1"/>
          </p:cNvCxnSpPr>
          <p:nvPr/>
        </p:nvCxnSpPr>
        <p:spPr>
          <a:xfrm flipV="1">
            <a:off x="8378937" y="6181150"/>
            <a:ext cx="566396" cy="241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F5108B2D-66BC-6C77-7386-0D11C9FE472D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9911711" y="3344223"/>
            <a:ext cx="1" cy="43718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C235C89A-CF01-1D38-2C5C-C36FC4B104AF}"/>
              </a:ext>
            </a:extLst>
          </p:cNvPr>
          <p:cNvCxnSpPr>
            <a:cxnSpLocks/>
            <a:stCxn id="18" idx="0"/>
          </p:cNvCxnSpPr>
          <p:nvPr/>
        </p:nvCxnSpPr>
        <p:spPr>
          <a:xfrm flipV="1">
            <a:off x="10145757" y="5417390"/>
            <a:ext cx="0" cy="43718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: angular 47">
            <a:extLst>
              <a:ext uri="{FF2B5EF4-FFF2-40B4-BE49-F238E27FC236}">
                <a16:creationId xmlns:a16="http://schemas.microsoft.com/office/drawing/2014/main" id="{2F37CFCF-9E8A-C85D-17C4-7DBC8F5D6B55}"/>
              </a:ext>
            </a:extLst>
          </p:cNvPr>
          <p:cNvCxnSpPr>
            <a:cxnSpLocks/>
            <a:stCxn id="15" idx="3"/>
            <a:endCxn id="18" idx="3"/>
          </p:cNvCxnSpPr>
          <p:nvPr/>
        </p:nvCxnSpPr>
        <p:spPr>
          <a:xfrm>
            <a:off x="10978107" y="1692249"/>
            <a:ext cx="368074" cy="4488901"/>
          </a:xfrm>
          <a:prstGeom prst="bentConnector3">
            <a:avLst>
              <a:gd name="adj1" fmla="val 162107"/>
            </a:avLst>
          </a:prstGeom>
          <a:ln w="28575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: angular 51">
            <a:extLst>
              <a:ext uri="{FF2B5EF4-FFF2-40B4-BE49-F238E27FC236}">
                <a16:creationId xmlns:a16="http://schemas.microsoft.com/office/drawing/2014/main" id="{E16F87EF-B54B-D33E-F9EC-193891E97204}"/>
              </a:ext>
            </a:extLst>
          </p:cNvPr>
          <p:cNvCxnSpPr>
            <a:cxnSpLocks/>
            <a:stCxn id="15" idx="3"/>
            <a:endCxn id="17" idx="3"/>
          </p:cNvCxnSpPr>
          <p:nvPr/>
        </p:nvCxnSpPr>
        <p:spPr>
          <a:xfrm>
            <a:off x="10978107" y="1692249"/>
            <a:ext cx="182351" cy="1325402"/>
          </a:xfrm>
          <a:prstGeom prst="bentConnector3">
            <a:avLst>
              <a:gd name="adj1" fmla="val 225363"/>
            </a:avLst>
          </a:prstGeom>
          <a:ln w="28575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: angular 56">
            <a:extLst>
              <a:ext uri="{FF2B5EF4-FFF2-40B4-BE49-F238E27FC236}">
                <a16:creationId xmlns:a16="http://schemas.microsoft.com/office/drawing/2014/main" id="{8C2DA4BC-3740-C9AE-A85E-64C5E7BB207D}"/>
              </a:ext>
            </a:extLst>
          </p:cNvPr>
          <p:cNvCxnSpPr>
            <a:cxnSpLocks/>
            <a:stCxn id="16" idx="1"/>
            <a:endCxn id="19" idx="1"/>
          </p:cNvCxnSpPr>
          <p:nvPr/>
        </p:nvCxnSpPr>
        <p:spPr>
          <a:xfrm rot="10800000" flipH="1" flipV="1">
            <a:off x="6417116" y="2694544"/>
            <a:ext cx="77038" cy="3489024"/>
          </a:xfrm>
          <a:prstGeom prst="bentConnector3">
            <a:avLst>
              <a:gd name="adj1" fmla="val -296737"/>
            </a:avLst>
          </a:prstGeom>
          <a:ln w="28575">
            <a:solidFill>
              <a:schemeClr val="accent1">
                <a:lumMod val="60000"/>
                <a:lumOff val="40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: angular 66">
            <a:extLst>
              <a:ext uri="{FF2B5EF4-FFF2-40B4-BE49-F238E27FC236}">
                <a16:creationId xmlns:a16="http://schemas.microsoft.com/office/drawing/2014/main" id="{175B6AD8-0A54-42DD-6BAD-D22A1C74F7A2}"/>
              </a:ext>
            </a:extLst>
          </p:cNvPr>
          <p:cNvCxnSpPr>
            <a:cxnSpLocks/>
            <a:stCxn id="16" idx="2"/>
            <a:endCxn id="17" idx="1"/>
          </p:cNvCxnSpPr>
          <p:nvPr/>
        </p:nvCxnSpPr>
        <p:spPr>
          <a:xfrm rot="5400000" flipH="1" flipV="1">
            <a:off x="8009503" y="2367655"/>
            <a:ext cx="3465" cy="1303457"/>
          </a:xfrm>
          <a:prstGeom prst="bentConnector4">
            <a:avLst>
              <a:gd name="adj1" fmla="val -6597403"/>
              <a:gd name="adj2" fmla="val 86150"/>
            </a:avLst>
          </a:prstGeom>
          <a:ln w="28575">
            <a:solidFill>
              <a:schemeClr val="accent1">
                <a:lumMod val="60000"/>
                <a:lumOff val="40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CuadroTexto 74">
            <a:extLst>
              <a:ext uri="{FF2B5EF4-FFF2-40B4-BE49-F238E27FC236}">
                <a16:creationId xmlns:a16="http://schemas.microsoft.com/office/drawing/2014/main" id="{F29383CB-6CF9-24D4-E375-396C6DC099A4}"/>
              </a:ext>
            </a:extLst>
          </p:cNvPr>
          <p:cNvSpPr txBox="1"/>
          <p:nvPr/>
        </p:nvSpPr>
        <p:spPr>
          <a:xfrm>
            <a:off x="242500" y="449424"/>
            <a:ext cx="64195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Repositorio: </a:t>
            </a:r>
          </a:p>
          <a:p>
            <a:r>
              <a:rPr lang="es-MX" dirty="0">
                <a:hlinkClick r:id="rId4"/>
              </a:rPr>
              <a:t>rl-hexapod-continuum-wsl2/01-WSL2-RL.md at </a:t>
            </a:r>
            <a:r>
              <a:rPr lang="es-MX" dirty="0" err="1">
                <a:hlinkClick r:id="rId4"/>
              </a:rPr>
              <a:t>main</a:t>
            </a:r>
            <a:r>
              <a:rPr lang="es-MX" dirty="0">
                <a:hlinkClick r:id="rId4"/>
              </a:rPr>
              <a:t> · </a:t>
            </a:r>
            <a:r>
              <a:rPr lang="es-MX" dirty="0" err="1">
                <a:hlinkClick r:id="rId4"/>
              </a:rPr>
              <a:t>GerardoEmirSanchez</a:t>
            </a:r>
            <a:r>
              <a:rPr lang="es-MX" dirty="0">
                <a:hlinkClick r:id="rId4"/>
              </a:rPr>
              <a:t>/rl-hexapod-continuum-wsl2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64496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1F8A78-32A1-BD93-E03E-C1E52AEF0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" y="544507"/>
            <a:ext cx="6457749" cy="10786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 sz="3200" dirty="0"/>
              <a:t>Machine Learning en Robótica</a:t>
            </a:r>
            <a:br>
              <a:rPr lang="es-MX" sz="3200" dirty="0"/>
            </a:br>
            <a:endParaRPr lang="es-MX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325B77B9-7428-74A0-FF51-DDCB77CDF0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5929755"/>
                  </p:ext>
                </p:extLst>
              </p:nvPr>
            </p:nvGraphicFramePr>
            <p:xfrm>
              <a:off x="335280" y="1623171"/>
              <a:ext cx="11104880" cy="3108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34160">
                      <a:extLst>
                        <a:ext uri="{9D8B030D-6E8A-4147-A177-3AD203B41FA5}">
                          <a16:colId xmlns:a16="http://schemas.microsoft.com/office/drawing/2014/main" val="3814955022"/>
                        </a:ext>
                      </a:extLst>
                    </a:gridCol>
                    <a:gridCol w="1696720">
                      <a:extLst>
                        <a:ext uri="{9D8B030D-6E8A-4147-A177-3AD203B41FA5}">
                          <a16:colId xmlns:a16="http://schemas.microsoft.com/office/drawing/2014/main" val="140760257"/>
                        </a:ext>
                      </a:extLst>
                    </a:gridCol>
                    <a:gridCol w="3769360">
                      <a:extLst>
                        <a:ext uri="{9D8B030D-6E8A-4147-A177-3AD203B41FA5}">
                          <a16:colId xmlns:a16="http://schemas.microsoft.com/office/drawing/2014/main" val="2349810956"/>
                        </a:ext>
                      </a:extLst>
                    </a:gridCol>
                    <a:gridCol w="4104640">
                      <a:extLst>
                        <a:ext uri="{9D8B030D-6E8A-4147-A177-3AD203B41FA5}">
                          <a16:colId xmlns:a16="http://schemas.microsoft.com/office/drawing/2014/main" val="30283502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s-MX" sz="2000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</a:rPr>
                            <a:t>Aprendizaje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</a:rPr>
                            <a:t>Datos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</a:rPr>
                            <a:t>Señal de Supervisión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</a:rPr>
                            <a:t>Aplicaciones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60878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MX" sz="2000" dirty="0"/>
                            <a:t>Supervisado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/>
                            <a:t>Datos etiquetados (X,Y)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/>
                            <a:t>Error respecto a la referencia dada (Ground Truth)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/>
                            <a:t>Detección visual de la gaveta y herramienta con YOLOv8 (Módulo 8).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173778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MX" sz="2000" dirty="0"/>
                            <a:t>No Supervisado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/>
                            <a:t>Datos sin etiquetar (X)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/>
                            <a:t>Ninguna (busca patrones intrínsecos o </a:t>
                          </a:r>
                          <a:r>
                            <a:rPr lang="es-MX" sz="2000" dirty="0" err="1"/>
                            <a:t>clusters</a:t>
                          </a:r>
                          <a:r>
                            <a:rPr lang="es-MX" sz="2000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/>
                            <a:t>Agrupamiento de lecturas de corriente en servomotores para detección de anomalías.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22312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MX" sz="2000" dirty="0"/>
                            <a:t>Por Refuerzo (RL)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/>
                            <a:t>Estados del robot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MX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200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s-MX" sz="200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s-MX" sz="2000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/>
                            <a:t>Señal escalar de recompensa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MX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200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s-MX" sz="200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s-MX" sz="2000" dirty="0"/>
                            <a:t>) (Premio/Castigo)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/>
                            <a:t>Aprender la secuencia de pasos del hexápodo y flexión del continuum.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4717634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325B77B9-7428-74A0-FF51-DDCB77CDF0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5929755"/>
                  </p:ext>
                </p:extLst>
              </p:nvPr>
            </p:nvGraphicFramePr>
            <p:xfrm>
              <a:off x="335280" y="1623171"/>
              <a:ext cx="11104880" cy="3108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34160">
                      <a:extLst>
                        <a:ext uri="{9D8B030D-6E8A-4147-A177-3AD203B41FA5}">
                          <a16:colId xmlns:a16="http://schemas.microsoft.com/office/drawing/2014/main" val="3814955022"/>
                        </a:ext>
                      </a:extLst>
                    </a:gridCol>
                    <a:gridCol w="1696720">
                      <a:extLst>
                        <a:ext uri="{9D8B030D-6E8A-4147-A177-3AD203B41FA5}">
                          <a16:colId xmlns:a16="http://schemas.microsoft.com/office/drawing/2014/main" val="140760257"/>
                        </a:ext>
                      </a:extLst>
                    </a:gridCol>
                    <a:gridCol w="3769360">
                      <a:extLst>
                        <a:ext uri="{9D8B030D-6E8A-4147-A177-3AD203B41FA5}">
                          <a16:colId xmlns:a16="http://schemas.microsoft.com/office/drawing/2014/main" val="2349810956"/>
                        </a:ext>
                      </a:extLst>
                    </a:gridCol>
                    <a:gridCol w="4104640">
                      <a:extLst>
                        <a:ext uri="{9D8B030D-6E8A-4147-A177-3AD203B41FA5}">
                          <a16:colId xmlns:a16="http://schemas.microsoft.com/office/drawing/2014/main" val="302835027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s-MX" sz="2000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</a:rPr>
                            <a:t>Aprendizaje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</a:rPr>
                            <a:t>Datos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</a:rPr>
                            <a:t>Señal de Supervisión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</a:rPr>
                            <a:t>Aplicaciones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6087813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r>
                            <a:rPr lang="es-MX" sz="2000" dirty="0"/>
                            <a:t>Supervisado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/>
                            <a:t>Datos etiquetados (X,Y)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/>
                            <a:t>Error respecto a la referencia dada (Ground Truth)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/>
                            <a:t>Detección visual de la gaveta y herramienta con YOLOv8 (Módulo 8).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17377899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r>
                            <a:rPr lang="es-MX" sz="2000" dirty="0"/>
                            <a:t>No Supervisado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/>
                            <a:t>Datos sin etiquetar (X)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/>
                            <a:t>Ninguna (busca patrones intrínsecos o </a:t>
                          </a:r>
                          <a:r>
                            <a:rPr lang="es-MX" sz="2000" dirty="0" err="1"/>
                            <a:t>clusters</a:t>
                          </a:r>
                          <a:r>
                            <a:rPr lang="es-MX" sz="2000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/>
                            <a:t>Agrupamiento de lecturas de corriente en servomotores para detección de anomalías.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2231256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r>
                            <a:rPr lang="es-MX" sz="2000" dirty="0"/>
                            <a:t>Por Refuerzo (RL)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2"/>
                          <a:stretch>
                            <a:fillRect l="-91367" t="-349565" r="-466187" b="-147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2"/>
                          <a:stretch>
                            <a:fillRect l="-85945" t="-349565" r="-109370" b="-147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/>
                            <a:t>Aprender la secuencia de pasos del hexápodo y flexión del continuum.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4717634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CuadroTexto 5">
            <a:extLst>
              <a:ext uri="{FF2B5EF4-FFF2-40B4-BE49-F238E27FC236}">
                <a16:creationId xmlns:a16="http://schemas.microsoft.com/office/drawing/2014/main" id="{6CBF8A9A-2D08-F06A-F5FC-DC4E5DCB4F9E}"/>
              </a:ext>
            </a:extLst>
          </p:cNvPr>
          <p:cNvSpPr txBox="1"/>
          <p:nvPr/>
        </p:nvSpPr>
        <p:spPr>
          <a:xfrm>
            <a:off x="335280" y="5149316"/>
            <a:ext cx="11104880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b="1" dirty="0"/>
              <a:t>Límites Prácticos: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El aprendizaje supervisado requiere millones de ejemplos etiquetados por humanos.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En robótica, no existe un humano para etiquetar la trayectoria exacta para cada milímetro de flexión elástica en presencia de perturbaciones.  </a:t>
            </a:r>
          </a:p>
        </p:txBody>
      </p:sp>
    </p:spTree>
    <p:extLst>
      <p:ext uri="{BB962C8B-B14F-4D97-AF65-F5344CB8AC3E}">
        <p14:creationId xmlns:p14="http://schemas.microsoft.com/office/powerpoint/2010/main" val="3205251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CC6845-F48A-12C3-E583-D69966C25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637" y="709384"/>
            <a:ext cx="5338665" cy="608734"/>
          </a:xfrm>
        </p:spPr>
        <p:txBody>
          <a:bodyPr>
            <a:normAutofit/>
          </a:bodyPr>
          <a:lstStyle/>
          <a:p>
            <a:r>
              <a:rPr lang="es-MX" sz="3200" dirty="0"/>
              <a:t>Lazo Agente-Ambiente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92846CF-FE0B-02E5-063B-ADF602107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5129" y="1615440"/>
            <a:ext cx="5181600" cy="49222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6AC6DB72-0C05-D830-EBD1-8F0388BD5930}"/>
                  </a:ext>
                </a:extLst>
              </p:cNvPr>
              <p:cNvSpPr txBox="1"/>
              <p:nvPr/>
            </p:nvSpPr>
            <p:spPr>
              <a:xfrm>
                <a:off x="205270" y="2031230"/>
                <a:ext cx="6186199" cy="3508653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s-MX" sz="2400" b="1" dirty="0"/>
                  <a:t>Elementos:</a:t>
                </a:r>
                <a:br>
                  <a:rPr lang="es-MX" dirty="0"/>
                </a:br>
                <a:r>
                  <a:rPr lang="es-MX" dirty="0"/>
                  <a:t>1. </a:t>
                </a:r>
                <a:r>
                  <a:rPr lang="es-MX" b="1" dirty="0"/>
                  <a:t>Agente (Controlador):</a:t>
                </a:r>
                <a:r>
                  <a:rPr lang="es-MX" dirty="0"/>
                  <a:t> Algoritmo que toma decisiones y ejecuta la política </a:t>
                </a:r>
                <a14:m>
                  <m:oMath xmlns:m="http://schemas.openxmlformats.org/officeDocument/2006/math">
                    <m:r>
                      <a:rPr lang="es-MX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s-MX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MX" i="1" smtClean="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s-MX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s-MX" dirty="0"/>
                  <a:t>.</a:t>
                </a:r>
                <a:br>
                  <a:rPr lang="es-MX" dirty="0"/>
                </a:br>
                <a:r>
                  <a:rPr lang="es-MX" dirty="0"/>
                  <a:t>2. </a:t>
                </a:r>
                <a:r>
                  <a:rPr lang="es-MX" b="1" dirty="0"/>
                  <a:t>Ambiente (Sistema Físico):</a:t>
                </a:r>
                <a:r>
                  <a:rPr lang="es-MX" dirty="0"/>
                  <a:t> El robot hexápodo, el brazo continuo y el cajón de herramientas.</a:t>
                </a:r>
                <a:br>
                  <a:rPr lang="es-MX" dirty="0"/>
                </a:br>
                <a:r>
                  <a:rPr lang="es-MX" dirty="0"/>
                  <a:t>3. </a:t>
                </a:r>
                <a:r>
                  <a:rPr lang="es-MX" b="1" dirty="0"/>
                  <a:t>Estado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1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MX" b="1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s-MX" b="1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s-MX" b="1" i="1" smtClean="0">
                        <a:latin typeface="Cambria Math" panose="02040503050406030204" pitchFamily="18" charset="0"/>
                      </a:rPr>
                      <m:t>𝒮</m:t>
                    </m:r>
                  </m:oMath>
                </a14:m>
                <a:r>
                  <a:rPr lang="es-MX" b="1" dirty="0"/>
                  <a:t>):</a:t>
                </a:r>
                <a:r>
                  <a:rPr lang="es-MX" dirty="0"/>
                  <a:t> Observación actual del sistema (posición en Z, alineación lateral, postura de patas).</a:t>
                </a:r>
                <a:br>
                  <a:rPr lang="es-MX" dirty="0"/>
                </a:br>
                <a:r>
                  <a:rPr lang="es-MX" dirty="0"/>
                  <a:t>4. </a:t>
                </a:r>
                <a:r>
                  <a:rPr lang="es-MX" b="1" dirty="0"/>
                  <a:t>Acción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1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s-MX" b="1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s-MX" b="1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s-MX" b="1" i="1" smtClean="0">
                        <a:latin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s-MX" b="1" dirty="0"/>
                  <a:t>):</a:t>
                </a:r>
                <a:r>
                  <a:rPr lang="es-MX" dirty="0"/>
                  <a:t> Comando enviado a los actuadores (avanzar, girar, tensar cable).</a:t>
                </a:r>
                <a:br>
                  <a:rPr lang="es-MX" dirty="0"/>
                </a:br>
                <a:r>
                  <a:rPr lang="es-MX" dirty="0"/>
                  <a:t>5. </a:t>
                </a:r>
                <a:r>
                  <a:rPr lang="es-MX" b="1" dirty="0"/>
                  <a:t>Recompensa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1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MX" b="1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MX" b="1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s-MX" b="1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s-MX" b="1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s-MX" b="1" dirty="0"/>
                  <a:t>):</a:t>
                </a:r>
                <a:r>
                  <a:rPr lang="es-MX" dirty="0"/>
                  <a:t> Evaluación del resultado de la acción.</a:t>
                </a:r>
              </a:p>
              <a:p>
                <a:endParaRPr lang="es-MX" dirty="0"/>
              </a:p>
            </p:txBody>
          </p:sp>
        </mc:Choice>
        <mc:Fallback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6AC6DB72-0C05-D830-EBD1-8F0388BD59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270" y="2031230"/>
                <a:ext cx="6186199" cy="3508653"/>
              </a:xfrm>
              <a:prstGeom prst="rect">
                <a:avLst/>
              </a:prstGeom>
              <a:blipFill>
                <a:blip r:embed="rId3"/>
                <a:stretch>
                  <a:fillRect l="-1476" t="-1211" r="-157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5393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C905DF83-05C0-1362-C672-001F3436A9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935" t="6620" r="9312" b="5105"/>
          <a:stretch>
            <a:fillRect/>
          </a:stretch>
        </p:blipFill>
        <p:spPr>
          <a:xfrm>
            <a:off x="2883165" y="1535294"/>
            <a:ext cx="5875169" cy="378741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8012B0B-9325-6304-9E72-ED170C7FE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89" y="514154"/>
            <a:ext cx="6457749" cy="559579"/>
          </a:xfrm>
        </p:spPr>
        <p:txBody>
          <a:bodyPr>
            <a:normAutofit/>
          </a:bodyPr>
          <a:lstStyle/>
          <a:p>
            <a:r>
              <a:rPr lang="es-MX" dirty="0"/>
              <a:t>Dilema: Exploración vs. Explotación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110DEF5-26C0-01E4-DEE2-087709661C01}"/>
              </a:ext>
            </a:extLst>
          </p:cNvPr>
          <p:cNvSpPr txBox="1"/>
          <p:nvPr/>
        </p:nvSpPr>
        <p:spPr>
          <a:xfrm>
            <a:off x="8878077" y="1399547"/>
            <a:ext cx="307443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Exploración: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Tomar acciones no óptimas o aleatorias para descubrir nuevos estados del entorno.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i="1" dirty="0"/>
              <a:t>Ventaja:</a:t>
            </a:r>
            <a:r>
              <a:rPr lang="es-MX" dirty="0"/>
              <a:t> Permite encontrar trayectorias más eficientes.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i="1" dirty="0"/>
              <a:t>Peligro en Robótica:</a:t>
            </a:r>
            <a:r>
              <a:rPr lang="es-MX" dirty="0"/>
              <a:t> Acciones erráticas que pueden causar colisiones físicas.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5C6EBAA-9994-A61B-8EE2-94CF488AC7AC}"/>
              </a:ext>
            </a:extLst>
          </p:cNvPr>
          <p:cNvSpPr txBox="1"/>
          <p:nvPr/>
        </p:nvSpPr>
        <p:spPr>
          <a:xfrm>
            <a:off x="46654" y="1399547"/>
            <a:ext cx="276342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Explotación: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Tomar la mejor acción conocida hasta el momento según la memoria del agente.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i="1" dirty="0"/>
              <a:t>Ventaja:</a:t>
            </a:r>
            <a:r>
              <a:rPr lang="es-MX" dirty="0"/>
              <a:t> Maximiza el rendimiento a corto plazo.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i="1" dirty="0"/>
              <a:t>Peligro en Robótica:</a:t>
            </a:r>
            <a:r>
              <a:rPr lang="es-MX" dirty="0"/>
              <a:t> Estancamiento en mínimos locales.</a:t>
            </a:r>
          </a:p>
          <a:p>
            <a:endParaRPr lang="es-MX" b="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1251C7D-357E-6312-A78C-6F22D0A1B970}"/>
              </a:ext>
            </a:extLst>
          </p:cNvPr>
          <p:cNvSpPr txBox="1"/>
          <p:nvPr/>
        </p:nvSpPr>
        <p:spPr>
          <a:xfrm>
            <a:off x="119742" y="5477092"/>
            <a:ext cx="11952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b="1" dirty="0"/>
          </a:p>
          <a:p>
            <a:r>
              <a:rPr lang="es-MX" b="1" dirty="0"/>
              <a:t>Balance: </a:t>
            </a:r>
            <a:r>
              <a:rPr lang="es-MX" dirty="0"/>
              <a:t>Al inicio del entrenamiento debemos explorar agresivamente; al consolidar el aprendizaje, debemos explotar el conocimiento adquirido.</a:t>
            </a:r>
          </a:p>
        </p:txBody>
      </p:sp>
    </p:spTree>
    <p:extLst>
      <p:ext uri="{BB962C8B-B14F-4D97-AF65-F5344CB8AC3E}">
        <p14:creationId xmlns:p14="http://schemas.microsoft.com/office/powerpoint/2010/main" val="1005736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FB96E0-AAFE-CA81-AE18-35E2E7A0A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3481"/>
            <a:ext cx="6457749" cy="1078664"/>
          </a:xfrm>
        </p:spPr>
        <p:txBody>
          <a:bodyPr anchor="ctr">
            <a:normAutofit/>
          </a:bodyPr>
          <a:lstStyle/>
          <a:p>
            <a:r>
              <a:rPr lang="es-MX" dirty="0"/>
              <a:t>Arquitectura de Laboratorio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BF867A1-2A52-8658-9CE6-05406B14A3EB}"/>
              </a:ext>
            </a:extLst>
          </p:cNvPr>
          <p:cNvSpPr txBox="1"/>
          <p:nvPr/>
        </p:nvSpPr>
        <p:spPr>
          <a:xfrm>
            <a:off x="6513979" y="1739564"/>
            <a:ext cx="51625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b="1" kern="1200" baseline="0" dirty="0"/>
              <a:t>El </a:t>
            </a:r>
            <a:r>
              <a:rPr lang="en-US" b="1" kern="1200" baseline="0" dirty="0" err="1"/>
              <a:t>Problema</a:t>
            </a:r>
            <a:r>
              <a:rPr lang="en-US" b="1" kern="1200" baseline="0" dirty="0"/>
              <a:t> </a:t>
            </a:r>
            <a:r>
              <a:rPr lang="en-US" b="1" kern="1200" baseline="0" dirty="0" err="1"/>
              <a:t>en</a:t>
            </a:r>
            <a:r>
              <a:rPr lang="en-US" b="1" kern="1200" baseline="0" dirty="0"/>
              <a:t> WSL2:</a:t>
            </a:r>
            <a:endParaRPr lang="en-US" kern="1200" baseline="0" dirty="0"/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kern="1200" baseline="0" dirty="0" err="1"/>
              <a:t>Intentar</a:t>
            </a:r>
            <a:r>
              <a:rPr lang="en-US" kern="1200" baseline="0" dirty="0"/>
              <a:t> </a:t>
            </a:r>
            <a:r>
              <a:rPr lang="en-US" kern="1200" baseline="0" dirty="0" err="1"/>
              <a:t>abrir</a:t>
            </a:r>
            <a:r>
              <a:rPr lang="en-US" kern="1200" baseline="0" dirty="0"/>
              <a:t> </a:t>
            </a:r>
            <a:r>
              <a:rPr lang="en-US" kern="1200" baseline="0" dirty="0" err="1"/>
              <a:t>ventanas</a:t>
            </a:r>
            <a:r>
              <a:rPr lang="en-US" kern="1200" baseline="0" dirty="0"/>
              <a:t> </a:t>
            </a:r>
            <a:r>
              <a:rPr lang="en-US" kern="1200" baseline="0" dirty="0" err="1"/>
              <a:t>nativas</a:t>
            </a:r>
            <a:r>
              <a:rPr lang="en-US" kern="1200" baseline="0" dirty="0"/>
              <a:t> (</a:t>
            </a:r>
            <a:r>
              <a:rPr lang="en-US" kern="1200" baseline="0" dirty="0" err="1"/>
              <a:t>pygame.display</a:t>
            </a:r>
            <a:r>
              <a:rPr lang="en-US" kern="1200" baseline="0" dirty="0"/>
              <a:t> o cv2.imshow) </a:t>
            </a:r>
            <a:r>
              <a:rPr lang="en-US" kern="1200" baseline="0" dirty="0" err="1"/>
              <a:t>satura</a:t>
            </a:r>
            <a:r>
              <a:rPr lang="en-US" kern="1200" baseline="0" dirty="0"/>
              <a:t> </a:t>
            </a:r>
            <a:r>
              <a:rPr lang="en-US" kern="1200" baseline="0" dirty="0" err="1"/>
              <a:t>WSLg</a:t>
            </a:r>
            <a:r>
              <a:rPr lang="en-US" kern="1200" baseline="0" dirty="0"/>
              <a:t> </a:t>
            </a:r>
            <a:r>
              <a:rPr lang="en-US" kern="1200" baseline="0" dirty="0" err="1"/>
              <a:t>en</a:t>
            </a:r>
            <a:r>
              <a:rPr lang="en-US" kern="1200" baseline="0" dirty="0"/>
              <a:t> </a:t>
            </a:r>
            <a:r>
              <a:rPr lang="en-US" kern="1200" baseline="0" dirty="0" err="1"/>
              <a:t>procesadores</a:t>
            </a:r>
            <a:r>
              <a:rPr lang="en-US" kern="1200" baseline="0" dirty="0"/>
              <a:t> con </a:t>
            </a:r>
            <a:r>
              <a:rPr lang="en-US" kern="1200" baseline="0" dirty="0" err="1"/>
              <a:t>gráficos</a:t>
            </a:r>
            <a:r>
              <a:rPr lang="en-US" kern="1200" baseline="0" dirty="0"/>
              <a:t> </a:t>
            </a:r>
            <a:r>
              <a:rPr lang="en-US" kern="1200" baseline="0" dirty="0" err="1"/>
              <a:t>integrados</a:t>
            </a:r>
            <a:r>
              <a:rPr lang="en-US" kern="1200" baseline="0" dirty="0"/>
              <a:t> y con 8 GB de RAM, </a:t>
            </a:r>
            <a:r>
              <a:rPr lang="en-US" kern="1200" baseline="0" dirty="0" err="1"/>
              <a:t>congelando</a:t>
            </a:r>
            <a:r>
              <a:rPr lang="en-US" kern="1200" baseline="0" dirty="0"/>
              <a:t> la </a:t>
            </a:r>
            <a:r>
              <a:rPr lang="en-US" kern="1200" baseline="0" dirty="0" err="1"/>
              <a:t>máquina</a:t>
            </a:r>
            <a:r>
              <a:rPr lang="en-US" kern="1200" baseline="0" dirty="0"/>
              <a:t> virtual.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b="1" kern="1200" baseline="0" dirty="0"/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b="1" kern="1200" baseline="0" dirty="0" err="1"/>
              <a:t>Solución</a:t>
            </a:r>
            <a:r>
              <a:rPr lang="en-US" b="1" kern="1200" baseline="0" dirty="0"/>
              <a:t>: </a:t>
            </a:r>
            <a:r>
              <a:rPr lang="en-US" b="1" kern="1200" baseline="0" dirty="0" err="1"/>
              <a:t>Renderizado</a:t>
            </a:r>
            <a:r>
              <a:rPr lang="en-US" b="1" kern="1200" baseline="0" dirty="0"/>
              <a:t> ANSI 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kern="1200" baseline="0" dirty="0" err="1"/>
              <a:t>Monitoreo</a:t>
            </a:r>
            <a:r>
              <a:rPr lang="en-US" kern="1200" baseline="0" dirty="0"/>
              <a:t> visual (</a:t>
            </a:r>
            <a:r>
              <a:rPr lang="en-US" kern="1200" baseline="0" dirty="0" err="1"/>
              <a:t>sys.stdout</a:t>
            </a:r>
            <a:r>
              <a:rPr lang="en-US" kern="1200" baseline="0" dirty="0"/>
              <a:t>) </a:t>
            </a:r>
            <a:r>
              <a:rPr lang="en-US" kern="1200" baseline="0" dirty="0" err="1"/>
              <a:t>usando</a:t>
            </a:r>
            <a:r>
              <a:rPr lang="en-US" kern="1200" baseline="0" dirty="0"/>
              <a:t> </a:t>
            </a:r>
            <a:r>
              <a:rPr lang="en-US" kern="1200" baseline="0" dirty="0" err="1"/>
              <a:t>caracteres</a:t>
            </a:r>
            <a:r>
              <a:rPr lang="en-US" kern="1200" baseline="0" dirty="0"/>
              <a:t> Unicode.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kern="1200" baseline="0" dirty="0" err="1"/>
              <a:t>Consumo</a:t>
            </a:r>
            <a:r>
              <a:rPr lang="en-US" kern="1200" baseline="0" dirty="0"/>
              <a:t> de RAM: En </a:t>
            </a:r>
            <a:r>
              <a:rPr lang="en-US" kern="1200" baseline="0" dirty="0" err="1"/>
              <a:t>teoría</a:t>
            </a:r>
            <a:r>
              <a:rPr lang="en-US" kern="1200" baseline="0" dirty="0"/>
              <a:t> </a:t>
            </a:r>
            <a:r>
              <a:rPr lang="en-US" kern="1200" baseline="0" dirty="0" err="1"/>
              <a:t>menos</a:t>
            </a:r>
            <a:r>
              <a:rPr lang="en-US" kern="1200" baseline="0" dirty="0"/>
              <a:t> de 15 MB.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kern="1200" baseline="0" dirty="0"/>
              <a:t>Uso de CPU: Inferior al 1 %.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kern="1200" baseline="0" dirty="0"/>
              <a:t>Cero </a:t>
            </a:r>
            <a:r>
              <a:rPr lang="en-US" kern="1200" baseline="0" dirty="0" err="1"/>
              <a:t>latencia</a:t>
            </a:r>
            <a:r>
              <a:rPr lang="en-US" kern="1200" baseline="0" dirty="0"/>
              <a:t> y cero </a:t>
            </a:r>
            <a:r>
              <a:rPr lang="en-US" kern="1200" baseline="0" dirty="0" err="1"/>
              <a:t>dependencias</a:t>
            </a:r>
            <a:r>
              <a:rPr lang="en-US" kern="1200" baseline="0" dirty="0"/>
              <a:t> de </a:t>
            </a:r>
            <a:r>
              <a:rPr lang="en-US" kern="1200" baseline="0" dirty="0" err="1"/>
              <a:t>servidores</a:t>
            </a:r>
            <a:r>
              <a:rPr lang="en-US" kern="1200" baseline="0" dirty="0"/>
              <a:t> X11/Wayland.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7896753E-EBCA-7174-6534-0E51622C5F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41" t="-2" r="1"/>
          <a:stretch>
            <a:fillRect/>
          </a:stretch>
        </p:blipFill>
        <p:spPr>
          <a:xfrm>
            <a:off x="193639" y="1825625"/>
            <a:ext cx="5902362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04066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EB1CB3-2ED5-57B0-8BB4-EE38E493E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40" y="499604"/>
            <a:ext cx="7340600" cy="1078664"/>
          </a:xfrm>
        </p:spPr>
        <p:txBody>
          <a:bodyPr>
            <a:normAutofit fontScale="90000"/>
          </a:bodyPr>
          <a:lstStyle/>
          <a:p>
            <a:r>
              <a:rPr lang="es-MX" dirty="0"/>
              <a:t>Código Línea por Línea (caminata_aleatoria.py)</a:t>
            </a:r>
            <a:br>
              <a:rPr lang="es-MX" dirty="0"/>
            </a:br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55B85D7-2599-97CB-DB7C-13891F0CA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402080"/>
            <a:ext cx="9316720" cy="4516560"/>
          </a:xfrm>
          <a:prstGeom prst="rect">
            <a:avLst/>
          </a:prstGeom>
        </p:spPr>
      </p:pic>
      <p:sp>
        <p:nvSpPr>
          <p:cNvPr id="5" name="Bocadillo: rectángulo con esquinas redondeadas 4">
            <a:extLst>
              <a:ext uri="{FF2B5EF4-FFF2-40B4-BE49-F238E27FC236}">
                <a16:creationId xmlns:a16="http://schemas.microsoft.com/office/drawing/2014/main" id="{2EDFA7CF-98AE-65A2-4B89-E50AA5D6B828}"/>
              </a:ext>
            </a:extLst>
          </p:cNvPr>
          <p:cNvSpPr/>
          <p:nvPr/>
        </p:nvSpPr>
        <p:spPr>
          <a:xfrm>
            <a:off x="7396480" y="2214880"/>
            <a:ext cx="2143760" cy="1971040"/>
          </a:xfrm>
          <a:prstGeom prst="wedgeRoundRectCallout">
            <a:avLst>
              <a:gd name="adj1" fmla="val -135604"/>
              <a:gd name="adj2" fmla="val -4553"/>
              <a:gd name="adj3" fmla="val 16667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Modela la incertidumbre del mundo real: las patas del hexápodo patinan sobre superficies lisas</a:t>
            </a:r>
          </a:p>
        </p:txBody>
      </p:sp>
      <p:sp>
        <p:nvSpPr>
          <p:cNvPr id="7" name="Bocadillo: rectángulo con esquinas redondeadas 6">
            <a:extLst>
              <a:ext uri="{FF2B5EF4-FFF2-40B4-BE49-F238E27FC236}">
                <a16:creationId xmlns:a16="http://schemas.microsoft.com/office/drawing/2014/main" id="{D066837E-B9EF-B02F-E315-1B24B4159753}"/>
              </a:ext>
            </a:extLst>
          </p:cNvPr>
          <p:cNvSpPr/>
          <p:nvPr/>
        </p:nvSpPr>
        <p:spPr>
          <a:xfrm>
            <a:off x="4099560" y="5912405"/>
            <a:ext cx="3139440" cy="916432"/>
          </a:xfrm>
          <a:prstGeom prst="wedgeRoundRectCallout">
            <a:avLst>
              <a:gd name="adj1" fmla="val 16741"/>
              <a:gd name="adj2" fmla="val -102759"/>
              <a:gd name="adj3" fmla="val 16667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Penalización por paso de tiempo para incentivar al robot a llegar lo antes posible</a:t>
            </a:r>
          </a:p>
        </p:txBody>
      </p:sp>
      <p:sp>
        <p:nvSpPr>
          <p:cNvPr id="8" name="Bocadillo: rectángulo con esquinas redondeadas 7">
            <a:extLst>
              <a:ext uri="{FF2B5EF4-FFF2-40B4-BE49-F238E27FC236}">
                <a16:creationId xmlns:a16="http://schemas.microsoft.com/office/drawing/2014/main" id="{940ED2B0-CB3F-18CA-FBE7-19FCE4214373}"/>
              </a:ext>
            </a:extLst>
          </p:cNvPr>
          <p:cNvSpPr/>
          <p:nvPr/>
        </p:nvSpPr>
        <p:spPr>
          <a:xfrm>
            <a:off x="7533640" y="5907765"/>
            <a:ext cx="2900680" cy="916432"/>
          </a:xfrm>
          <a:prstGeom prst="wedgeRoundRectCallout">
            <a:avLst>
              <a:gd name="adj1" fmla="val -68833"/>
              <a:gd name="adj2" fmla="val -106725"/>
              <a:gd name="adj3" fmla="val 16667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Bandera de fin de episodio por cumplimiento de objetivo o choque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061C5BE-A0A5-CF87-AE76-F4A4FE6BFC1F}"/>
              </a:ext>
            </a:extLst>
          </p:cNvPr>
          <p:cNvSpPr txBox="1"/>
          <p:nvPr/>
        </p:nvSpPr>
        <p:spPr>
          <a:xfrm>
            <a:off x="9641840" y="1503680"/>
            <a:ext cx="2468880" cy="418576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400" b="1" dirty="0"/>
              <a:t>NOTA: </a:t>
            </a:r>
            <a:r>
              <a:rPr lang="es-MX" sz="1400" dirty="0"/>
              <a:t>La función </a:t>
            </a:r>
            <a:r>
              <a:rPr lang="es-MX" sz="1400" dirty="0" err="1"/>
              <a:t>transicion_ambiente</a:t>
            </a:r>
            <a:r>
              <a:rPr lang="es-MX" sz="1400" dirty="0"/>
              <a:t>. Es un simulador de una sola dimensión. </a:t>
            </a:r>
          </a:p>
          <a:p>
            <a:endParaRPr lang="es-MX" sz="1400" dirty="0"/>
          </a:p>
          <a:p>
            <a:r>
              <a:rPr lang="es-MX" sz="1400" dirty="0"/>
              <a:t>La gaveta está en la posición 10. Si el robot llega exactamente ahí, recibe +100 puntos y termina con éxito. Si se pasa de la posición 10, choca contra la chapa metálica y recibe un castigo de -50. Y en cada paso que transcurre sin llegar, pierde 1 punto. </a:t>
            </a:r>
          </a:p>
          <a:p>
            <a:endParaRPr lang="es-MX" sz="1400" dirty="0"/>
          </a:p>
          <a:p>
            <a:r>
              <a:rPr lang="es-MX" sz="1400" dirty="0"/>
              <a:t>Ese -1 es fundamental, sin él, al robot le daría exactamente igual llegar en 5 pasos que en 5,000 pasos.</a:t>
            </a:r>
          </a:p>
        </p:txBody>
      </p:sp>
    </p:spTree>
    <p:extLst>
      <p:ext uri="{BB962C8B-B14F-4D97-AF65-F5344CB8AC3E}">
        <p14:creationId xmlns:p14="http://schemas.microsoft.com/office/powerpoint/2010/main" val="18979765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2850</TotalTime>
  <Words>742</Words>
  <Application>Microsoft Office PowerPoint</Application>
  <PresentationFormat>Panorámica</PresentationFormat>
  <Paragraphs>67</Paragraphs>
  <Slides>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7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Cambria Math</vt:lpstr>
      <vt:lpstr>Neue Haas Grotesk Display Pro 4</vt:lpstr>
      <vt:lpstr>Neue Haas Grotesk Display Pro 5</vt:lpstr>
      <vt:lpstr>Tema de Office</vt:lpstr>
      <vt:lpstr>Diseño personalizado</vt:lpstr>
      <vt:lpstr>1_Diseño personalizado</vt:lpstr>
      <vt:lpstr>MR3005C:  Sistemas Ciberfísicos</vt:lpstr>
      <vt:lpstr>Presentación de PowerPoint</vt:lpstr>
      <vt:lpstr>Machine Learning en Robótica </vt:lpstr>
      <vt:lpstr>Lazo Agente-Ambiente</vt:lpstr>
      <vt:lpstr>Dilema: Exploración vs. Explotación</vt:lpstr>
      <vt:lpstr>Arquitectura de Laboratorio</vt:lpstr>
      <vt:lpstr>Código Línea por Línea (caminata_aleatoria.py)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Gerardo Emir Sánchez Valdés</cp:lastModifiedBy>
  <cp:revision>20</cp:revision>
  <dcterms:created xsi:type="dcterms:W3CDTF">2019-01-11T22:24:33Z</dcterms:created>
  <dcterms:modified xsi:type="dcterms:W3CDTF">2026-09-24T00:18:47Z</dcterms:modified>
</cp:coreProperties>
</file>