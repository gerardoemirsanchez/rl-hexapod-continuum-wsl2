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  <p:sldMasterId id="2147483662" r:id="rId3"/>
  </p:sldMasterIdLst>
  <p:notesMasterIdLst>
    <p:notesMasterId r:id="rId13"/>
  </p:notesMasterIdLst>
  <p:sldIdLst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DFDE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0D88A4-7769-4DFF-8D10-6F91243A5927}" v="84" dt="2026-09-24T00:18:26.870"/>
    <p1510:client id="{ECBFA580-D9F3-4C4F-801E-CF717CBE4691}" v="39" dt="2026-09-25T00:16:55.4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86215" autoAdjust="0"/>
  </p:normalViewPr>
  <p:slideViewPr>
    <p:cSldViewPr snapToGrid="0" snapToObjects="1" showGuides="1">
      <p:cViewPr varScale="1">
        <p:scale>
          <a:sx n="82" d="100"/>
          <a:sy n="82" d="100"/>
        </p:scale>
        <p:origin x="47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rdo Emir Sánchez Valdés" userId="977e6e96-89bc-4638-b34f-835c94de275c" providerId="ADAL" clId="{45173707-3CED-451D-820A-137ED202BF6E}"/>
    <pc:docChg chg="undo custSel addSld delSld modSld sldOrd">
      <pc:chgData name="Gerardo Emir Sánchez Valdés" userId="977e6e96-89bc-4638-b34f-835c94de275c" providerId="ADAL" clId="{45173707-3CED-451D-820A-137ED202BF6E}" dt="2026-09-25T00:16:32.641" v="6792" actId="47"/>
      <pc:docMkLst>
        <pc:docMk/>
      </pc:docMkLst>
      <pc:sldChg chg="addSp delSp modSp mod modNotesTx">
        <pc:chgData name="Gerardo Emir Sánchez Valdés" userId="977e6e96-89bc-4638-b34f-835c94de275c" providerId="ADAL" clId="{45173707-3CED-451D-820A-137ED202BF6E}" dt="2026-09-24T23:54:26.610" v="6496" actId="20577"/>
        <pc:sldMkLst>
          <pc:docMk/>
          <pc:sldMk cId="1785264773" sldId="256"/>
        </pc:sldMkLst>
        <pc:spChg chg="mod">
          <ac:chgData name="Gerardo Emir Sánchez Valdés" userId="977e6e96-89bc-4638-b34f-835c94de275c" providerId="ADAL" clId="{45173707-3CED-451D-820A-137ED202BF6E}" dt="2026-09-23T22:01:17.508" v="4327"/>
          <ac:spMkLst>
            <pc:docMk/>
            <pc:sldMk cId="1785264773" sldId="256"/>
            <ac:spMk id="2" creationId="{F191D366-B5B2-824D-9BE3-8F8B30FBCBAD}"/>
          </ac:spMkLst>
        </pc:spChg>
        <pc:spChg chg="mod">
          <ac:chgData name="Gerardo Emir Sánchez Valdés" userId="977e6e96-89bc-4638-b34f-835c94de275c" providerId="ADAL" clId="{45173707-3CED-451D-820A-137ED202BF6E}" dt="2026-09-23T22:02:50.728" v="4342" actId="20577"/>
          <ac:spMkLst>
            <pc:docMk/>
            <pc:sldMk cId="1785264773" sldId="256"/>
            <ac:spMk id="3" creationId="{47113D5A-DEC9-1E4C-A614-7B00D9A66BB0}"/>
          </ac:spMkLst>
        </pc:spChg>
        <pc:spChg chg="add mod">
          <ac:chgData name="Gerardo Emir Sánchez Valdés" userId="977e6e96-89bc-4638-b34f-835c94de275c" providerId="ADAL" clId="{45173707-3CED-451D-820A-137ED202BF6E}" dt="2026-09-23T22:01:09.358" v="4325"/>
          <ac:spMkLst>
            <pc:docMk/>
            <pc:sldMk cId="1785264773" sldId="256"/>
            <ac:spMk id="5" creationId="{084FE576-4DE7-D1BF-2013-32B702EE1C5F}"/>
          </ac:spMkLst>
        </pc:spChg>
      </pc:sldChg>
      <pc:sldChg chg="addSp modSp new del mod">
        <pc:chgData name="Gerardo Emir Sánchez Valdés" userId="977e6e96-89bc-4638-b34f-835c94de275c" providerId="ADAL" clId="{45173707-3CED-451D-820A-137ED202BF6E}" dt="2026-09-25T00:16:32.641" v="6792" actId="47"/>
        <pc:sldMkLst>
          <pc:docMk/>
          <pc:sldMk cId="1293223591" sldId="257"/>
        </pc:sldMkLst>
        <pc:picChg chg="add mod modCrop">
          <ac:chgData name="Gerardo Emir Sánchez Valdés" userId="977e6e96-89bc-4638-b34f-835c94de275c" providerId="ADAL" clId="{45173707-3CED-451D-820A-137ED202BF6E}" dt="2026-09-24T23:53:12.335" v="6464" actId="732"/>
          <ac:picMkLst>
            <pc:docMk/>
            <pc:sldMk cId="1293223591" sldId="257"/>
            <ac:picMk id="6" creationId="{FE8B6244-06AC-B096-A04F-61E5C0789DD2}"/>
          </ac:picMkLst>
        </pc:picChg>
      </pc:sldChg>
      <pc:sldChg chg="addSp delSp modSp new del mod">
        <pc:chgData name="Gerardo Emir Sánchez Valdés" userId="977e6e96-89bc-4638-b34f-835c94de275c" providerId="ADAL" clId="{45173707-3CED-451D-820A-137ED202BF6E}" dt="2026-09-24T23:52:17.963" v="6455" actId="47"/>
        <pc:sldMkLst>
          <pc:docMk/>
          <pc:sldMk cId="4064496638" sldId="257"/>
        </pc:sldMkLst>
        <pc:spChg chg="add mod">
          <ac:chgData name="Gerardo Emir Sánchez Valdés" userId="977e6e96-89bc-4638-b34f-835c94de275c" providerId="ADAL" clId="{45173707-3CED-451D-820A-137ED202BF6E}" dt="2026-09-24T00:18:45.997" v="6454" actId="113"/>
          <ac:spMkLst>
            <pc:docMk/>
            <pc:sldMk cId="4064496638" sldId="257"/>
            <ac:spMk id="75" creationId="{F29383CB-6CF9-24D4-E375-396C6DC099A4}"/>
          </ac:spMkLst>
        </pc:spChg>
        <pc:picChg chg="add mod modCrop">
          <ac:chgData name="Gerardo Emir Sánchez Valdés" userId="977e6e96-89bc-4638-b34f-835c94de275c" providerId="ADAL" clId="{45173707-3CED-451D-820A-137ED202BF6E}" dt="2026-09-24T00:18:41.067" v="6453" actId="1076"/>
          <ac:picMkLst>
            <pc:docMk/>
            <pc:sldMk cId="4064496638" sldId="257"/>
            <ac:picMk id="6" creationId="{3354968C-49CE-8AE7-FEE0-3268E75E82D0}"/>
          </ac:picMkLst>
        </pc:picChg>
      </pc:sldChg>
      <pc:sldChg chg="addSp delSp modSp new del mod">
        <pc:chgData name="Gerardo Emir Sánchez Valdés" userId="977e6e96-89bc-4638-b34f-835c94de275c" providerId="ADAL" clId="{45173707-3CED-451D-820A-137ED202BF6E}" dt="2026-09-24T23:52:17.963" v="6455" actId="47"/>
        <pc:sldMkLst>
          <pc:docMk/>
          <pc:sldMk cId="3205251583" sldId="258"/>
        </pc:sldMkLst>
      </pc:sldChg>
      <pc:sldChg chg="addSp delSp modSp new mod">
        <pc:chgData name="Gerardo Emir Sánchez Valdés" userId="977e6e96-89bc-4638-b34f-835c94de275c" providerId="ADAL" clId="{45173707-3CED-451D-820A-137ED202BF6E}" dt="2026-09-25T00:06:38.113" v="6655" actId="14100"/>
        <pc:sldMkLst>
          <pc:docMk/>
          <pc:sldMk cId="3779905413" sldId="258"/>
        </pc:sldMkLst>
        <pc:spChg chg="mod">
          <ac:chgData name="Gerardo Emir Sánchez Valdés" userId="977e6e96-89bc-4638-b34f-835c94de275c" providerId="ADAL" clId="{45173707-3CED-451D-820A-137ED202BF6E}" dt="2026-09-24T23:54:08.903" v="6495" actId="1076"/>
          <ac:spMkLst>
            <pc:docMk/>
            <pc:sldMk cId="3779905413" sldId="258"/>
            <ac:spMk id="2" creationId="{896D523D-E8BC-FC59-104A-4F10ACD79508}"/>
          </ac:spMkLst>
        </pc:spChg>
        <pc:picChg chg="add del">
          <ac:chgData name="Gerardo Emir Sánchez Valdés" userId="977e6e96-89bc-4638-b34f-835c94de275c" providerId="ADAL" clId="{45173707-3CED-451D-820A-137ED202BF6E}" dt="2026-09-24T23:53:29.894" v="6467" actId="22"/>
          <ac:picMkLst>
            <pc:docMk/>
            <pc:sldMk cId="3779905413" sldId="258"/>
            <ac:picMk id="4" creationId="{186B843D-EB0A-08ED-0EB4-7C404DD7C8DB}"/>
          </ac:picMkLst>
        </pc:picChg>
        <pc:picChg chg="add del mod modCrop">
          <ac:chgData name="Gerardo Emir Sánchez Valdés" userId="977e6e96-89bc-4638-b34f-835c94de275c" providerId="ADAL" clId="{45173707-3CED-451D-820A-137ED202BF6E}" dt="2026-09-25T00:04:48.370" v="6649" actId="478"/>
          <ac:picMkLst>
            <pc:docMk/>
            <pc:sldMk cId="3779905413" sldId="258"/>
            <ac:picMk id="6" creationId="{EEC52CDE-C8EC-E6D4-D395-CA473D77E668}"/>
          </ac:picMkLst>
        </pc:picChg>
        <pc:picChg chg="add del mod">
          <ac:chgData name="Gerardo Emir Sánchez Valdés" userId="977e6e96-89bc-4638-b34f-835c94de275c" providerId="ADAL" clId="{45173707-3CED-451D-820A-137ED202BF6E}" dt="2026-09-25T00:06:32.484" v="6652" actId="478"/>
          <ac:picMkLst>
            <pc:docMk/>
            <pc:sldMk cId="3779905413" sldId="258"/>
            <ac:picMk id="8" creationId="{FC02AA6F-2CC9-A83D-6562-47A484F18E65}"/>
          </ac:picMkLst>
        </pc:picChg>
        <pc:picChg chg="add mod">
          <ac:chgData name="Gerardo Emir Sánchez Valdés" userId="977e6e96-89bc-4638-b34f-835c94de275c" providerId="ADAL" clId="{45173707-3CED-451D-820A-137ED202BF6E}" dt="2026-09-25T00:06:38.113" v="6655" actId="14100"/>
          <ac:picMkLst>
            <pc:docMk/>
            <pc:sldMk cId="3779905413" sldId="258"/>
            <ac:picMk id="10" creationId="{FEC3987E-8F9C-D58C-E264-A266D1F26DA5}"/>
          </ac:picMkLst>
        </pc:picChg>
      </pc:sldChg>
      <pc:sldChg chg="addSp delSp modSp new mod">
        <pc:chgData name="Gerardo Emir Sánchez Valdés" userId="977e6e96-89bc-4638-b34f-835c94de275c" providerId="ADAL" clId="{45173707-3CED-451D-820A-137ED202BF6E}" dt="2026-09-25T00:00:30.483" v="6583" actId="1076"/>
        <pc:sldMkLst>
          <pc:docMk/>
          <pc:sldMk cId="2638565227" sldId="259"/>
        </pc:sldMkLst>
        <pc:spChg chg="mod">
          <ac:chgData name="Gerardo Emir Sánchez Valdés" userId="977e6e96-89bc-4638-b34f-835c94de275c" providerId="ADAL" clId="{45173707-3CED-451D-820A-137ED202BF6E}" dt="2026-09-24T23:57:39.630" v="6574" actId="1076"/>
          <ac:spMkLst>
            <pc:docMk/>
            <pc:sldMk cId="2638565227" sldId="259"/>
            <ac:spMk id="2" creationId="{18062319-7605-0480-06C4-09068BC78FF0}"/>
          </ac:spMkLst>
        </pc:spChg>
        <pc:spChg chg="add del">
          <ac:chgData name="Gerardo Emir Sánchez Valdés" userId="977e6e96-89bc-4638-b34f-835c94de275c" providerId="ADAL" clId="{45173707-3CED-451D-820A-137ED202BF6E}" dt="2026-09-24T23:54:30.950" v="6499" actId="22"/>
          <ac:spMkLst>
            <pc:docMk/>
            <pc:sldMk cId="2638565227" sldId="259"/>
            <ac:spMk id="4" creationId="{AB1CC642-6AE8-2534-D5F3-0DFA5878CA11}"/>
          </ac:spMkLst>
        </pc:spChg>
        <pc:picChg chg="add del mod modCrop">
          <ac:chgData name="Gerardo Emir Sánchez Valdés" userId="977e6e96-89bc-4638-b34f-835c94de275c" providerId="ADAL" clId="{45173707-3CED-451D-820A-137ED202BF6E}" dt="2026-09-25T00:00:14.566" v="6575" actId="478"/>
          <ac:picMkLst>
            <pc:docMk/>
            <pc:sldMk cId="2638565227" sldId="259"/>
            <ac:picMk id="6" creationId="{729E38C9-6195-DCCE-8488-A0E2188BACCB}"/>
          </ac:picMkLst>
        </pc:picChg>
        <pc:picChg chg="add mod">
          <ac:chgData name="Gerardo Emir Sánchez Valdés" userId="977e6e96-89bc-4638-b34f-835c94de275c" providerId="ADAL" clId="{45173707-3CED-451D-820A-137ED202BF6E}" dt="2026-09-25T00:00:30.483" v="6583" actId="1076"/>
          <ac:picMkLst>
            <pc:docMk/>
            <pc:sldMk cId="2638565227" sldId="259"/>
            <ac:picMk id="8" creationId="{67C25773-C51B-08E8-345C-D2735C0F8E81}"/>
          </ac:picMkLst>
        </pc:picChg>
      </pc:sldChg>
      <pc:sldChg chg="addSp delSp modSp new del mod">
        <pc:chgData name="Gerardo Emir Sánchez Valdés" userId="977e6e96-89bc-4638-b34f-835c94de275c" providerId="ADAL" clId="{45173707-3CED-451D-820A-137ED202BF6E}" dt="2026-09-24T23:52:17.963" v="6455" actId="47"/>
        <pc:sldMkLst>
          <pc:docMk/>
          <pc:sldMk cId="3945393545" sldId="259"/>
        </pc:sldMkLst>
      </pc:sldChg>
      <pc:sldChg chg="addSp delSp modSp new del mod">
        <pc:chgData name="Gerardo Emir Sánchez Valdés" userId="977e6e96-89bc-4638-b34f-835c94de275c" providerId="ADAL" clId="{45173707-3CED-451D-820A-137ED202BF6E}" dt="2026-09-24T23:52:17.963" v="6455" actId="47"/>
        <pc:sldMkLst>
          <pc:docMk/>
          <pc:sldMk cId="1005736709" sldId="260"/>
        </pc:sldMkLst>
      </pc:sldChg>
      <pc:sldChg chg="addSp delSp modSp new mod">
        <pc:chgData name="Gerardo Emir Sánchez Valdés" userId="977e6e96-89bc-4638-b34f-835c94de275c" providerId="ADAL" clId="{45173707-3CED-451D-820A-137ED202BF6E}" dt="2026-09-25T00:02:21.243" v="6618" actId="1076"/>
        <pc:sldMkLst>
          <pc:docMk/>
          <pc:sldMk cId="2833349416" sldId="260"/>
        </pc:sldMkLst>
        <pc:spChg chg="mod">
          <ac:chgData name="Gerardo Emir Sánchez Valdés" userId="977e6e96-89bc-4638-b34f-835c94de275c" providerId="ADAL" clId="{45173707-3CED-451D-820A-137ED202BF6E}" dt="2026-09-25T00:02:09.243" v="6615" actId="14100"/>
          <ac:spMkLst>
            <pc:docMk/>
            <pc:sldMk cId="2833349416" sldId="260"/>
            <ac:spMk id="2" creationId="{0C495D75-AD08-A2B2-BC23-30000E2C95C4}"/>
          </ac:spMkLst>
        </pc:spChg>
        <pc:picChg chg="add del">
          <ac:chgData name="Gerardo Emir Sánchez Valdés" userId="977e6e96-89bc-4638-b34f-835c94de275c" providerId="ADAL" clId="{45173707-3CED-451D-820A-137ED202BF6E}" dt="2026-09-25T00:00:46.871" v="6586" actId="22"/>
          <ac:picMkLst>
            <pc:docMk/>
            <pc:sldMk cId="2833349416" sldId="260"/>
            <ac:picMk id="4" creationId="{65E8ECE4-B234-69B1-7A02-1D913F30D164}"/>
          </ac:picMkLst>
        </pc:picChg>
        <pc:picChg chg="add mod modCrop">
          <ac:chgData name="Gerardo Emir Sánchez Valdés" userId="977e6e96-89bc-4638-b34f-835c94de275c" providerId="ADAL" clId="{45173707-3CED-451D-820A-137ED202BF6E}" dt="2026-09-25T00:02:21.243" v="6618" actId="1076"/>
          <ac:picMkLst>
            <pc:docMk/>
            <pc:sldMk cId="2833349416" sldId="260"/>
            <ac:picMk id="6" creationId="{5B3AD74C-1C3A-EE12-7043-C41CCAD88FEF}"/>
          </ac:picMkLst>
        </pc:picChg>
      </pc:sldChg>
      <pc:sldChg chg="addSp delSp modSp new del mod modClrScheme chgLayout">
        <pc:chgData name="Gerardo Emir Sánchez Valdés" userId="977e6e96-89bc-4638-b34f-835c94de275c" providerId="ADAL" clId="{45173707-3CED-451D-820A-137ED202BF6E}" dt="2026-09-24T23:52:17.963" v="6455" actId="47"/>
        <pc:sldMkLst>
          <pc:docMk/>
          <pc:sldMk cId="1704066288" sldId="261"/>
        </pc:sldMkLst>
      </pc:sldChg>
      <pc:sldChg chg="addSp modSp new mod">
        <pc:chgData name="Gerardo Emir Sánchez Valdés" userId="977e6e96-89bc-4638-b34f-835c94de275c" providerId="ADAL" clId="{45173707-3CED-451D-820A-137ED202BF6E}" dt="2026-09-25T00:16:02.923" v="6789" actId="1076"/>
        <pc:sldMkLst>
          <pc:docMk/>
          <pc:sldMk cId="4278443660" sldId="261"/>
        </pc:sldMkLst>
        <pc:spChg chg="mod">
          <ac:chgData name="Gerardo Emir Sánchez Valdés" userId="977e6e96-89bc-4638-b34f-835c94de275c" providerId="ADAL" clId="{45173707-3CED-451D-820A-137ED202BF6E}" dt="2026-09-25T00:15:57.637" v="6786" actId="20577"/>
          <ac:spMkLst>
            <pc:docMk/>
            <pc:sldMk cId="4278443660" sldId="261"/>
            <ac:spMk id="2" creationId="{5DD30404-A484-D777-B3EA-85DF06747382}"/>
          </ac:spMkLst>
        </pc:spChg>
        <pc:spChg chg="add mod">
          <ac:chgData name="Gerardo Emir Sánchez Valdés" userId="977e6e96-89bc-4638-b34f-835c94de275c" providerId="ADAL" clId="{45173707-3CED-451D-820A-137ED202BF6E}" dt="2026-09-25T00:16:02.923" v="6789" actId="1076"/>
          <ac:spMkLst>
            <pc:docMk/>
            <pc:sldMk cId="4278443660" sldId="261"/>
            <ac:spMk id="3" creationId="{2051E941-7B64-00E7-10A3-ADD72F157605}"/>
          </ac:spMkLst>
        </pc:spChg>
      </pc:sldChg>
      <pc:sldChg chg="addSp modSp new del mod">
        <pc:chgData name="Gerardo Emir Sánchez Valdés" userId="977e6e96-89bc-4638-b34f-835c94de275c" providerId="ADAL" clId="{45173707-3CED-451D-820A-137ED202BF6E}" dt="2026-09-24T23:52:17.963" v="6455" actId="47"/>
        <pc:sldMkLst>
          <pc:docMk/>
          <pc:sldMk cId="1897976595" sldId="262"/>
        </pc:sldMkLst>
      </pc:sldChg>
      <pc:sldChg chg="addSp delSp modSp new mod">
        <pc:chgData name="Gerardo Emir Sánchez Valdés" userId="977e6e96-89bc-4638-b34f-835c94de275c" providerId="ADAL" clId="{45173707-3CED-451D-820A-137ED202BF6E}" dt="2026-09-25T00:08:31.033" v="6737" actId="1076"/>
        <pc:sldMkLst>
          <pc:docMk/>
          <pc:sldMk cId="3639682305" sldId="262"/>
        </pc:sldMkLst>
        <pc:spChg chg="mod">
          <ac:chgData name="Gerardo Emir Sánchez Valdés" userId="977e6e96-89bc-4638-b34f-835c94de275c" providerId="ADAL" clId="{45173707-3CED-451D-820A-137ED202BF6E}" dt="2026-09-25T00:07:25.521" v="6726" actId="1076"/>
          <ac:spMkLst>
            <pc:docMk/>
            <pc:sldMk cId="3639682305" sldId="262"/>
            <ac:spMk id="2" creationId="{EBB3E5CF-97C5-5FB3-B8C8-00302FC6E4BB}"/>
          </ac:spMkLst>
        </pc:spChg>
        <pc:picChg chg="add del">
          <ac:chgData name="Gerardo Emir Sánchez Valdés" userId="977e6e96-89bc-4638-b34f-835c94de275c" providerId="ADAL" clId="{45173707-3CED-451D-820A-137ED202BF6E}" dt="2026-09-25T00:06:50.870" v="6658" actId="22"/>
          <ac:picMkLst>
            <pc:docMk/>
            <pc:sldMk cId="3639682305" sldId="262"/>
            <ac:picMk id="4" creationId="{7E2FADE5-BBA4-9B6C-CCBF-87BD4D02F99F}"/>
          </ac:picMkLst>
        </pc:picChg>
        <pc:picChg chg="add del mod modCrop">
          <ac:chgData name="Gerardo Emir Sánchez Valdés" userId="977e6e96-89bc-4638-b34f-835c94de275c" providerId="ADAL" clId="{45173707-3CED-451D-820A-137ED202BF6E}" dt="2026-09-25T00:08:25.630" v="6734" actId="478"/>
          <ac:picMkLst>
            <pc:docMk/>
            <pc:sldMk cId="3639682305" sldId="262"/>
            <ac:picMk id="6" creationId="{79C0DED2-B60E-CAEA-6631-B807B83C436E}"/>
          </ac:picMkLst>
        </pc:picChg>
        <pc:picChg chg="add mod">
          <ac:chgData name="Gerardo Emir Sánchez Valdés" userId="977e6e96-89bc-4638-b34f-835c94de275c" providerId="ADAL" clId="{45173707-3CED-451D-820A-137ED202BF6E}" dt="2026-09-25T00:08:31.033" v="6737" actId="1076"/>
          <ac:picMkLst>
            <pc:docMk/>
            <pc:sldMk cId="3639682305" sldId="262"/>
            <ac:picMk id="8" creationId="{E3C925F7-13D0-B851-4571-A2E51327A57A}"/>
          </ac:picMkLst>
        </pc:picChg>
      </pc:sldChg>
      <pc:sldChg chg="addSp delSp modSp new mod">
        <pc:chgData name="Gerardo Emir Sánchez Valdés" userId="977e6e96-89bc-4638-b34f-835c94de275c" providerId="ADAL" clId="{45173707-3CED-451D-820A-137ED202BF6E}" dt="2026-09-25T00:11:32.513" v="6766" actId="1076"/>
        <pc:sldMkLst>
          <pc:docMk/>
          <pc:sldMk cId="2096689737" sldId="263"/>
        </pc:sldMkLst>
        <pc:spChg chg="mod">
          <ac:chgData name="Gerardo Emir Sánchez Valdés" userId="977e6e96-89bc-4638-b34f-835c94de275c" providerId="ADAL" clId="{45173707-3CED-451D-820A-137ED202BF6E}" dt="2026-09-25T00:10:40.521" v="6762" actId="20577"/>
          <ac:spMkLst>
            <pc:docMk/>
            <pc:sldMk cId="2096689737" sldId="263"/>
            <ac:spMk id="2" creationId="{6B5FC666-7B7E-7651-21A6-A838357FB337}"/>
          </ac:spMkLst>
        </pc:spChg>
        <pc:picChg chg="add del mod">
          <ac:chgData name="Gerardo Emir Sánchez Valdés" userId="977e6e96-89bc-4638-b34f-835c94de275c" providerId="ADAL" clId="{45173707-3CED-451D-820A-137ED202BF6E}" dt="2026-09-25T00:11:27.700" v="6763" actId="478"/>
          <ac:picMkLst>
            <pc:docMk/>
            <pc:sldMk cId="2096689737" sldId="263"/>
            <ac:picMk id="4" creationId="{37A21130-87D0-4418-6EC8-04A76ABA1710}"/>
          </ac:picMkLst>
        </pc:picChg>
        <pc:picChg chg="add mod">
          <ac:chgData name="Gerardo Emir Sánchez Valdés" userId="977e6e96-89bc-4638-b34f-835c94de275c" providerId="ADAL" clId="{45173707-3CED-451D-820A-137ED202BF6E}" dt="2026-09-25T00:11:32.513" v="6766" actId="1076"/>
          <ac:picMkLst>
            <pc:docMk/>
            <pc:sldMk cId="2096689737" sldId="263"/>
            <ac:picMk id="6" creationId="{9C54A73E-32B9-C0A7-1FF5-DD6181ED4375}"/>
          </ac:picMkLst>
        </pc:picChg>
      </pc:sldChg>
      <pc:sldChg chg="new del">
        <pc:chgData name="Gerardo Emir Sánchez Valdés" userId="977e6e96-89bc-4638-b34f-835c94de275c" providerId="ADAL" clId="{45173707-3CED-451D-820A-137ED202BF6E}" dt="2026-09-24T00:17:14.385" v="6431" actId="47"/>
        <pc:sldMkLst>
          <pc:docMk/>
          <pc:sldMk cId="2341235778" sldId="263"/>
        </pc:sldMkLst>
      </pc:sldChg>
      <pc:sldChg chg="addSp modSp new mod">
        <pc:chgData name="Gerardo Emir Sánchez Valdés" userId="977e6e96-89bc-4638-b34f-835c94de275c" providerId="ADAL" clId="{45173707-3CED-451D-820A-137ED202BF6E}" dt="2026-09-25T00:13:44.785" v="6783" actId="14100"/>
        <pc:sldMkLst>
          <pc:docMk/>
          <pc:sldMk cId="2178827556" sldId="264"/>
        </pc:sldMkLst>
        <pc:spChg chg="mod">
          <ac:chgData name="Gerardo Emir Sánchez Valdés" userId="977e6e96-89bc-4638-b34f-835c94de275c" providerId="ADAL" clId="{45173707-3CED-451D-820A-137ED202BF6E}" dt="2026-09-25T00:13:39.200" v="6781" actId="1076"/>
          <ac:spMkLst>
            <pc:docMk/>
            <pc:sldMk cId="2178827556" sldId="264"/>
            <ac:spMk id="2" creationId="{67B9B882-110D-56EE-3530-E7A3BB647351}"/>
          </ac:spMkLst>
        </pc:spChg>
        <pc:picChg chg="add mod">
          <ac:chgData name="Gerardo Emir Sánchez Valdés" userId="977e6e96-89bc-4638-b34f-835c94de275c" providerId="ADAL" clId="{45173707-3CED-451D-820A-137ED202BF6E}" dt="2026-09-25T00:13:44.785" v="6783" actId="14100"/>
          <ac:picMkLst>
            <pc:docMk/>
            <pc:sldMk cId="2178827556" sldId="264"/>
            <ac:picMk id="4" creationId="{031A81E7-E16F-AAC9-3E95-360D98EE884D}"/>
          </ac:picMkLst>
        </pc:picChg>
      </pc:sldChg>
      <pc:sldChg chg="add">
        <pc:chgData name="Gerardo Emir Sánchez Valdés" userId="977e6e96-89bc-4638-b34f-835c94de275c" providerId="ADAL" clId="{45173707-3CED-451D-820A-137ED202BF6E}" dt="2026-09-25T00:16:09.307" v="6791"/>
        <pc:sldMkLst>
          <pc:docMk/>
          <pc:sldMk cId="1058010387" sldId="265"/>
        </pc:sldMkLst>
      </pc:sldChg>
      <pc:sldChg chg="add del">
        <pc:chgData name="Gerardo Emir Sánchez Valdés" userId="977e6e96-89bc-4638-b34f-835c94de275c" providerId="ADAL" clId="{45173707-3CED-451D-820A-137ED202BF6E}" dt="2026-09-25T00:16:09.087" v="6790" actId="47"/>
        <pc:sldMkLst>
          <pc:docMk/>
          <pc:sldMk cId="1415745522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E4C0DF-04C7-42CE-BD5A-CC80E02A054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A14F8-59CE-4030-B791-EE4BE383DE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0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/>
              <a:t>Buenas tardes. Ayer comprobamos empíricamente que un agente que toma decisiones al azar agota la batería el 95% de las veces en la posición inicial sin llegar a la gaveta de herramientas. Hoy dejaremos atrás el azar para entrar al cimiento formal de toda la inteligencia artificial por refuerzo: los Procesos de Decisión de Markov. Comprenderán con exactitud qué es un estado </a:t>
            </a:r>
            <a:r>
              <a:rPr lang="es-MX" dirty="0" err="1"/>
              <a:t>markoviano</a:t>
            </a:r>
            <a:r>
              <a:rPr lang="es-MX" dirty="0"/>
              <a:t>, cómo calcular el retorno acumulado </a:t>
            </a:r>
            <a:r>
              <a:rPr lang="es-MX" dirty="0" err="1"/>
              <a:t>G_t</a:t>
            </a:r>
            <a:r>
              <a:rPr lang="es-MX" dirty="0"/>
              <a:t> y por qué el factor de descuento \gamma decide si el robot hexápodo se arriesga a chocar o prefiere una trayectoria cautelosa. Todo esto lo implementaremos visualmente en Google </a:t>
            </a:r>
            <a:r>
              <a:rPr lang="es-MX" dirty="0" err="1"/>
              <a:t>Colab</a:t>
            </a:r>
            <a:r>
              <a:rPr lang="es-MX"/>
              <a:t> para ver en tiempo real las curvas de convergencia.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A14F8-59CE-4030-B791-EE4BE383DEA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100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6B0210-58F5-554F-B521-A9F07F3425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1764" y="1520791"/>
            <a:ext cx="6808270" cy="3012707"/>
          </a:xfrm>
        </p:spPr>
        <p:txBody>
          <a:bodyPr anchor="b"/>
          <a:lstStyle>
            <a:lvl1pPr algn="l">
              <a:defRPr sz="6000" b="1" i="0" baseline="0">
                <a:solidFill>
                  <a:schemeClr val="bg1"/>
                </a:solidFill>
                <a:latin typeface="Neue Haas Grotesk Display Pro 4" panose="020B0204020202020204" pitchFamily="34" charset="77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DC3B50-A47D-8D4D-8023-314C520F0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1764" y="4889634"/>
            <a:ext cx="6808270" cy="974558"/>
          </a:xfrm>
        </p:spPr>
        <p:txBody>
          <a:bodyPr/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2495A6-DE31-054C-9AB5-9D35FF23D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33D4-C32E-0143-B83A-81C14DE8EC6F}" type="datetimeFigureOut">
              <a:rPr lang="es-MX" smtClean="0"/>
              <a:t>24/09/2026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0790CD-96AB-954D-B011-EC7603B0A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B252D9-6DAE-2A41-BD1E-50CB6002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A6D5-6AEE-1E41-A7B9-BD4C3BA62F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0565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2BE48-BC0B-4147-A915-CC7B1FAC3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703B9E-0A3F-E544-83E9-CF2960ADD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7BD2CD-BB6F-2A4B-A643-E77BC1908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0F0E-10E5-3147-B9B0-0DDBC6FDE2EC}" type="datetimeFigureOut">
              <a:rPr lang="es-MX" smtClean="0"/>
              <a:t>24/09/2026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BEB1DA-88CA-794B-84F5-D8E6A8E75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0CD3C8-B7C2-984E-89DE-76A610F5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4394-B3F3-9345-B39E-E4042606BF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2024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06B87F-E89B-CE46-B1A2-E018C985F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0F0E-10E5-3147-B9B0-0DDBC6FDE2EC}" type="datetimeFigureOut">
              <a:rPr lang="es-MX" smtClean="0"/>
              <a:t>24/09/2026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84BEDA2-BBEB-6843-8622-67AA394A8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5B1E75-B964-9342-97BA-B3028FBF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4394-B3F3-9345-B39E-E4042606BF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6245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02D27D9-2907-264D-AA5F-61396A375B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" y="1328286"/>
            <a:ext cx="12192000" cy="48992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9D7A54-989D-0D42-9F19-5E5D88354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912" y="457200"/>
            <a:ext cx="6179419" cy="8710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BE21D2-B7B3-B04F-B5FB-92F21A873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0F0E-10E5-3147-B9B0-0DDBC6FDE2EC}" type="datetimeFigureOut">
              <a:rPr lang="es-MX" smtClean="0"/>
              <a:t>24/09/2026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5AFDAB-8589-B14A-BAB9-42706CF3A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2C795F-CE52-AB49-8C4D-676011E6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4394-B3F3-9345-B39E-E4042606BF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933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38C66-A42E-C941-A488-1E31473B3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2D67E2-90ED-B745-AF8D-E0613AA50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672014-588B-1845-A8A2-BF7B997FB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D507-608B-CC45-8204-721B42B21690}" type="datetimeFigureOut">
              <a:rPr lang="es-MX" smtClean="0"/>
              <a:t>24/09/2026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C2D1A1-F717-F340-802E-B7E982B6B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8DEB20-A96E-5D40-A420-916BA2884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1725-938A-374B-AAC7-5D7ED71FB7E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9868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505599-C161-0D43-A036-722A09C9A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74E013-C58F-514C-8483-2D22599B8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2B8999-B447-484E-BEDC-751712A7F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D507-608B-CC45-8204-721B42B21690}" type="datetimeFigureOut">
              <a:rPr lang="es-MX" smtClean="0"/>
              <a:t>24/09/2026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A258E1-6475-BF48-BBF6-F22E21FCE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DE20FC-A321-3D4B-820C-D98E7C002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1725-938A-374B-AAC7-5D7ED71FB7E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5644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4FD4D-294E-5E4F-8CE7-30196521E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DFBA3E6-8710-6A46-A85A-A89B4470D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D507-608B-CC45-8204-721B42B21690}" type="datetimeFigureOut">
              <a:rPr lang="es-MX" smtClean="0"/>
              <a:t>24/09/2026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CFB1217-9C09-FC48-B346-4ED6392CD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3101B43-CAD8-2644-ADC9-3F486FECF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1725-938A-374B-AAC7-5D7ED71FB7E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5438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jp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7DFD32-E602-6546-9237-D0349148C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6B292F-68A3-934D-AF87-7F32AF846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Editar los estilos de texto del patrón
Segundo nivel
Tercer nivel
Cuarto nivel
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242B4C-4C69-594B-B724-DEED8BE4DF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233D4-C32E-0143-B83A-81C14DE8EC6F}" type="datetimeFigureOut">
              <a:rPr lang="es-MX" smtClean="0"/>
              <a:t>24/09/2026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511125-126B-9941-9BA1-EF1087ADF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8CEF7C-135B-2F46-9994-7AFAF1F9D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FA6D5-6AEE-1E41-A7B9-BD4C3BA62F8B}" type="slidenum">
              <a:rPr lang="es-MX" smtClean="0"/>
              <a:t>‹Nº›</a:t>
            </a:fld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A75A52B-3458-7043-A384-6E9A72BA96A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9625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310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A3AF2DFC-D9A2-E04A-86D1-9AB33BB013C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67C0225-760E-4D44-AA18-C6E92F5F0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6442"/>
            <a:ext cx="10515600" cy="8629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3BBB80-61D8-EA40-86F3-40CD8D77F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54441"/>
            <a:ext cx="10515600" cy="3722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Editar los estilos de texto del patrón
Segundo nivel
Tercer nivel
Cuarto nivel
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FF4B52-D0DF-4E4E-947F-F1E4FEEE90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C0F0E-10E5-3147-B9B0-0DDBC6FDE2EC}" type="datetimeFigureOut">
              <a:rPr lang="es-MX" smtClean="0"/>
              <a:t>24/09/2026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1135B4-F12F-8548-8F21-E6E338212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1AB7FB-B25B-C74A-8639-7C6A0098F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E4394-B3F3-9345-B39E-E4042606BF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7127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7" r:id="rId2"/>
    <p:sldLayoutId id="214748365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 baseline="0">
          <a:solidFill>
            <a:schemeClr val="bg1">
              <a:lumMod val="65000"/>
            </a:schemeClr>
          </a:solidFill>
          <a:latin typeface="Neue Haas Grotesk Display Pro 5" panose="020B0504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A19D725-BF5C-D44E-B121-561AE19342A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7706317-FA56-5E4E-A412-526DFD21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481"/>
            <a:ext cx="6457749" cy="10786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3DFC8D-F854-A942-B211-4DC071D14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Editar los estilos de texto del patrón
Segundo nivel
Tercer nivel
Cuarto nivel
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E67154-B831-4441-BA8A-E18A57C695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0983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AD507-608B-CC45-8204-721B42B21690}" type="datetimeFigureOut">
              <a:rPr lang="es-MX" smtClean="0"/>
              <a:t>24/09/2026</a:t>
            </a:fld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BD7F89-55F7-4541-831C-BBE0CA902E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60016" y="6356350"/>
            <a:ext cx="15937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51725-938A-374B-AAC7-5D7ED71FB7E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2747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 baseline="0">
          <a:solidFill>
            <a:schemeClr val="bg1">
              <a:lumMod val="50000"/>
            </a:schemeClr>
          </a:solidFill>
          <a:latin typeface="Neue Haas Grotesk Display Pro 5" panose="020B0504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erardoEmirSanchez/rl-hexapod-continuum-wsl2/blob/main/Colab.md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erardoEmirSanchez/rl-hexapod-continuum-wsl2/blob/main/Colab.md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1D366-B5B2-824D-9BE3-8F8B30FBCB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888" y="1735667"/>
            <a:ext cx="7170379" cy="1789422"/>
          </a:xfrm>
        </p:spPr>
        <p:txBody>
          <a:bodyPr/>
          <a:lstStyle/>
          <a:p>
            <a:r>
              <a:rPr lang="es-MX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MR3005C</a:t>
            </a:r>
            <a:r>
              <a:rPr lang="es-MX" noProof="0" dirty="0"/>
              <a:t>:</a:t>
            </a:r>
            <a:br>
              <a:rPr lang="es-MX" noProof="0" dirty="0"/>
            </a:br>
            <a:r>
              <a:rPr lang="es-MX" noProof="0" dirty="0"/>
              <a:t> </a:t>
            </a:r>
            <a:r>
              <a:rPr lang="es-MX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Sistemas Ciberfísicos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113D5A-DEC9-1E4C-A614-7B00D9A66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2867" y="5795285"/>
            <a:ext cx="3649133" cy="974558"/>
          </a:xfrm>
        </p:spPr>
        <p:txBody>
          <a:bodyPr>
            <a:normAutofit fontScale="92500" lnSpcReduction="20000"/>
          </a:bodyPr>
          <a:lstStyle/>
          <a:p>
            <a:r>
              <a:rPr lang="es-MX" noProof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MSc</a:t>
            </a:r>
            <a:r>
              <a:rPr lang="es-MX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G. Emir Sánchez Valdés, </a:t>
            </a:r>
          </a:p>
          <a:p>
            <a:r>
              <a:rPr lang="es-MX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Dr. Héctor Cervantes Culebro, hector_cervantes@tec.mx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4FE576-4DE7-D1BF-2013-32B702EE1C5F}"/>
              </a:ext>
            </a:extLst>
          </p:cNvPr>
          <p:cNvSpPr txBox="1"/>
          <p:nvPr/>
        </p:nvSpPr>
        <p:spPr>
          <a:xfrm>
            <a:off x="3405716" y="3525088"/>
            <a:ext cx="86680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FUNDAMENTOS DEL APRENDIZAJE POR REFUERZO (HCC).</a:t>
            </a:r>
            <a:endParaRPr lang="es-MX" sz="28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526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6D523D-E8BC-FC59-104A-4F10ACD79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65" y="119697"/>
            <a:ext cx="6457749" cy="1078664"/>
          </a:xfrm>
        </p:spPr>
        <p:txBody>
          <a:bodyPr/>
          <a:lstStyle/>
          <a:p>
            <a:r>
              <a:rPr lang="es-MX" dirty="0"/>
              <a:t>Propiedad de Markov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EC3987E-8F9C-D58C-E264-A266D1F26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65" y="1092346"/>
            <a:ext cx="11162547" cy="564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905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18062319-7605-0480-06C4-09068BC78FF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1" y="457457"/>
                <a:ext cx="8518849" cy="1078664"/>
              </a:xfrm>
            </p:spPr>
            <p:txBody>
              <a:bodyPr/>
              <a:lstStyle/>
              <a:p>
                <a:r>
                  <a:rPr lang="es-MX" dirty="0"/>
                  <a:t>Retorno Descontado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1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s-MX" b="1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dirty="0"/>
                  <a:t> y el Horizonte Temporal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18062319-7605-0480-06C4-09068BC78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1" y="457457"/>
                <a:ext cx="8518849" cy="1078664"/>
              </a:xfrm>
              <a:blipFill>
                <a:blip r:embed="rId2"/>
                <a:stretch>
                  <a:fillRect l="-164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n 7">
            <a:extLst>
              <a:ext uri="{FF2B5EF4-FFF2-40B4-BE49-F238E27FC236}">
                <a16:creationId xmlns:a16="http://schemas.microsoft.com/office/drawing/2014/main" id="{67C25773-C51B-08E8-345C-D2735C0F8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59" y="1207118"/>
            <a:ext cx="10692881" cy="522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565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0C495D75-AD08-A2B2-BC23-30000E2C95C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976" y="373481"/>
                <a:ext cx="7211973" cy="1078664"/>
              </a:xfrm>
            </p:spPr>
            <p:txBody>
              <a:bodyPr>
                <a:normAutofit fontScale="90000"/>
              </a:bodyPr>
              <a:lstStyle/>
              <a:p>
                <a:r>
                  <a:rPr lang="es-MX" dirty="0"/>
                  <a:t>Impacto de </a:t>
                </a:r>
                <a14:m>
                  <m:oMath xmlns:m="http://schemas.openxmlformats.org/officeDocument/2006/math">
                    <m:r>
                      <a:rPr lang="es-MX" b="1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s-MX" dirty="0"/>
                  <a:t> en el Comportamiento del Robot</a:t>
                </a:r>
                <a:br>
                  <a:rPr lang="es-MX" dirty="0"/>
                </a:br>
                <a:endParaRPr lang="es-MX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0C495D75-AD08-A2B2-BC23-30000E2C95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976" y="373481"/>
                <a:ext cx="7211973" cy="1078664"/>
              </a:xfrm>
              <a:blipFill>
                <a:blip r:embed="rId2"/>
                <a:stretch>
                  <a:fillRect l="-16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5B3AD74C-1C3A-EE12-7043-C41CCAD88F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58" t="15227" r="1435" b="13062"/>
          <a:stretch>
            <a:fillRect/>
          </a:stretch>
        </p:blipFill>
        <p:spPr>
          <a:xfrm>
            <a:off x="174730" y="1452145"/>
            <a:ext cx="11696920" cy="483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349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D30404-A484-D777-B3EA-85DF06747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6384" y="2350335"/>
            <a:ext cx="5645020" cy="1689819"/>
          </a:xfrm>
        </p:spPr>
        <p:txBody>
          <a:bodyPr>
            <a:normAutofit/>
          </a:bodyPr>
          <a:lstStyle/>
          <a:p>
            <a:pPr algn="ctr"/>
            <a:r>
              <a:rPr lang="es-MX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PRACTICA EN COLAB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051E941-7B64-00E7-10A3-ADD72F157605}"/>
              </a:ext>
            </a:extLst>
          </p:cNvPr>
          <p:cNvSpPr txBox="1"/>
          <p:nvPr/>
        </p:nvSpPr>
        <p:spPr>
          <a:xfrm>
            <a:off x="1625600" y="4439920"/>
            <a:ext cx="93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hlinkClick r:id="rId2"/>
              </a:rPr>
              <a:t>rl-hexapod-continuum-wsl2/Colab.md at </a:t>
            </a:r>
            <a:r>
              <a:rPr lang="es-MX" dirty="0" err="1">
                <a:hlinkClick r:id="rId2"/>
              </a:rPr>
              <a:t>main</a:t>
            </a:r>
            <a:r>
              <a:rPr lang="es-MX" dirty="0">
                <a:hlinkClick r:id="rId2"/>
              </a:rPr>
              <a:t> · </a:t>
            </a:r>
            <a:r>
              <a:rPr lang="es-MX" dirty="0" err="1">
                <a:hlinkClick r:id="rId2"/>
              </a:rPr>
              <a:t>GerardoEmirSanchez</a:t>
            </a:r>
            <a:r>
              <a:rPr lang="es-MX" dirty="0">
                <a:hlinkClick r:id="rId2"/>
              </a:rPr>
              <a:t>/rl-hexapod-continuum-wsl2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78443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B3E5CF-97C5-5FB3-B8C8-00302FC6E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041" y="383068"/>
            <a:ext cx="6457749" cy="1078664"/>
          </a:xfrm>
        </p:spPr>
        <p:txBody>
          <a:bodyPr/>
          <a:lstStyle/>
          <a:p>
            <a:r>
              <a:rPr lang="es-MX" dirty="0"/>
              <a:t>Funciones de Valor de Estado y Acción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3C925F7-13D0-B851-4571-A2E51327A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192" y="1254192"/>
            <a:ext cx="10459616" cy="521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68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5FC666-7B7E-7651-21A6-A838357FB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Ecuación de Bellman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C54A73E-32B9-C0A7-1FF5-DD6181ED4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280" y="1699053"/>
            <a:ext cx="9235440" cy="389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689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67B9B882-110D-56EE-3530-E7A3BB64735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474546"/>
                <a:ext cx="8036560" cy="1078664"/>
              </a:xfrm>
            </p:spPr>
            <p:txBody>
              <a:bodyPr>
                <a:normAutofit/>
              </a:bodyPr>
              <a:lstStyle/>
              <a:p>
                <a:r>
                  <a:rPr lang="es-MX" sz="2800" dirty="0"/>
                  <a:t>De la Ecuación de Bellman a la Política Óptima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800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s-MX" sz="28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br>
                  <a:rPr lang="es-MX" dirty="0"/>
                </a:br>
                <a:endParaRPr lang="es-MX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67B9B882-110D-56EE-3530-E7A3BB6473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474546"/>
                <a:ext cx="8036560" cy="1078664"/>
              </a:xfrm>
              <a:blipFill>
                <a:blip r:embed="rId2"/>
                <a:stretch>
                  <a:fillRect l="-1517" t="-56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031A81E7-E16F-AAC9-3E95-360D98EE8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20" y="1215684"/>
            <a:ext cx="10810240" cy="508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27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91CBD-02F6-B950-F19F-0ECA160C0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AF40B-C2C9-000A-7329-3D095D32F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6384" y="2350335"/>
            <a:ext cx="5645020" cy="1689819"/>
          </a:xfrm>
        </p:spPr>
        <p:txBody>
          <a:bodyPr>
            <a:normAutofit/>
          </a:bodyPr>
          <a:lstStyle/>
          <a:p>
            <a:pPr algn="ctr"/>
            <a:r>
              <a:rPr lang="es-MX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PRACTICA EN COLAB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F7E315A-29CC-20FD-DD99-F716C1FFC59C}"/>
              </a:ext>
            </a:extLst>
          </p:cNvPr>
          <p:cNvSpPr txBox="1"/>
          <p:nvPr/>
        </p:nvSpPr>
        <p:spPr>
          <a:xfrm>
            <a:off x="1625600" y="4439920"/>
            <a:ext cx="93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hlinkClick r:id="rId2"/>
              </a:rPr>
              <a:t>rl-hexapod-continuum-wsl2/Colab.md at </a:t>
            </a:r>
            <a:r>
              <a:rPr lang="es-MX" dirty="0" err="1">
                <a:hlinkClick r:id="rId2"/>
              </a:rPr>
              <a:t>main</a:t>
            </a:r>
            <a:r>
              <a:rPr lang="es-MX" dirty="0">
                <a:hlinkClick r:id="rId2"/>
              </a:rPr>
              <a:t> · </a:t>
            </a:r>
            <a:r>
              <a:rPr lang="es-MX" dirty="0" err="1">
                <a:hlinkClick r:id="rId2"/>
              </a:rPr>
              <a:t>GerardoEmirSanchez</a:t>
            </a:r>
            <a:r>
              <a:rPr lang="es-MX" dirty="0">
                <a:hlinkClick r:id="rId2"/>
              </a:rPr>
              <a:t>/rl-hexapod-continuum-wsl2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580103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2874</TotalTime>
  <Words>223</Words>
  <Application>Microsoft Office PowerPoint</Application>
  <PresentationFormat>Panorámica</PresentationFormat>
  <Paragraphs>16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9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Cambria Math</vt:lpstr>
      <vt:lpstr>Neue Haas Grotesk Display Pro 4</vt:lpstr>
      <vt:lpstr>Neue Haas Grotesk Display Pro 5</vt:lpstr>
      <vt:lpstr>Tema de Office</vt:lpstr>
      <vt:lpstr>Diseño personalizado</vt:lpstr>
      <vt:lpstr>1_Diseño personalizado</vt:lpstr>
      <vt:lpstr>MR3005C:  Sistemas Ciberfísicos</vt:lpstr>
      <vt:lpstr>Propiedad de Markov</vt:lpstr>
      <vt:lpstr>Retorno Descontado G_t y el Horizonte Temporal</vt:lpstr>
      <vt:lpstr>Impacto de γ en el Comportamiento del Robot </vt:lpstr>
      <vt:lpstr>PRACTICA EN COLAB</vt:lpstr>
      <vt:lpstr>Funciones de Valor de Estado y Acción </vt:lpstr>
      <vt:lpstr>Ecuación de Bellman </vt:lpstr>
      <vt:lpstr>De la Ecuación de Bellman a la Política Óptima π^∗ </vt:lpstr>
      <vt:lpstr>PRACTICA EN COLAB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Gerardo Emir Sánchez Valdés</cp:lastModifiedBy>
  <cp:revision>20</cp:revision>
  <dcterms:created xsi:type="dcterms:W3CDTF">2019-01-11T22:24:33Z</dcterms:created>
  <dcterms:modified xsi:type="dcterms:W3CDTF">2026-09-25T00:16:58Z</dcterms:modified>
</cp:coreProperties>
</file>